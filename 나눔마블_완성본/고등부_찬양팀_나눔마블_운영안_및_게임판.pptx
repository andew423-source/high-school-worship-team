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4a7d1bb8c945c1" /><Relationship Type="http://schemas.openxmlformats.org/officeDocument/2006/relationships/extended-properties" Target="/docProps/app.xml" Id="R5d3c49b3947a4a8b" /><Relationship Type="http://schemas.openxmlformats.org/officeDocument/2006/relationships/officeDocument" Target="/ppt/presentation.xml" Id="Rcf0a07f519564a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e034a2bf9c40dc"/>
  </p:sldMasterIdLst>
  <p:notesMasterIdLst>
    <p:notesMasterId xmlns:r="http://schemas.openxmlformats.org/officeDocument/2006/relationships" r:id="R9b90001c606241a0"/>
  </p:notesMasterIdLst>
  <p:sldIdLst>
    <p:sldId xmlns:r="http://schemas.openxmlformats.org/officeDocument/2006/relationships" id="256" r:id="R03467c6bf86041ce"/>
    <p:sldId xmlns:r="http://schemas.openxmlformats.org/officeDocument/2006/relationships" id="257" r:id="Rddbb5545164f4b75"/>
    <p:sldId xmlns:r="http://schemas.openxmlformats.org/officeDocument/2006/relationships" id="258" r:id="R323723f06ad34e5b"/>
    <p:sldId xmlns:r="http://schemas.openxmlformats.org/officeDocument/2006/relationships" id="259" r:id="R0a4e863ce55d4773"/>
    <p:sldId xmlns:r="http://schemas.openxmlformats.org/officeDocument/2006/relationships" id="260" r:id="R64e5b419dbe44a33"/>
    <p:sldId xmlns:r="http://schemas.openxmlformats.org/officeDocument/2006/relationships" id="261" r:id="R545ca5849c70426a"/>
    <p:sldId xmlns:r="http://schemas.openxmlformats.org/officeDocument/2006/relationships" id="262" r:id="R18b32002250e45ff"/>
    <p:sldId xmlns:r="http://schemas.openxmlformats.org/officeDocument/2006/relationships" id="263" r:id="Raedade8cae194ba3"/>
    <p:sldId xmlns:r="http://schemas.openxmlformats.org/officeDocument/2006/relationships" id="264" r:id="R426350886d664c83"/>
    <p:sldId xmlns:r="http://schemas.openxmlformats.org/officeDocument/2006/relationships" id="265" r:id="Rbfa47168179543cd"/>
    <p:sldId xmlns:r="http://schemas.openxmlformats.org/officeDocument/2006/relationships" id="266" r:id="R9e4c2f159a544e48"/>
    <p:sldId xmlns:r="http://schemas.openxmlformats.org/officeDocument/2006/relationships" id="267" r:id="R4e332b644f0a480a"/>
    <p:sldId xmlns:r="http://schemas.openxmlformats.org/officeDocument/2006/relationships" id="268" r:id="R4e148ecd4fb543fb"/>
    <p:sldId xmlns:r="http://schemas.openxmlformats.org/officeDocument/2006/relationships" id="269" r:id="R317ab6cf3bd74e26"/>
    <p:sldId xmlns:r="http://schemas.openxmlformats.org/officeDocument/2006/relationships" id="270" r:id="R9f999eef5d6d4413"/>
    <p:sldId xmlns:r="http://schemas.openxmlformats.org/officeDocument/2006/relationships" id="271" r:id="R5fc7fbeadee54fb1"/>
    <p:sldId xmlns:r="http://schemas.openxmlformats.org/officeDocument/2006/relationships" id="272" r:id="Rbc9a13af31e146b7"/>
    <p:sldId xmlns:r="http://schemas.openxmlformats.org/officeDocument/2006/relationships" id="273" r:id="R9aebcd25bd2545e9"/>
    <p:sldId xmlns:r="http://schemas.openxmlformats.org/officeDocument/2006/relationships" id="274" r:id="Rcb76c9162a3d4a2a"/>
    <p:sldId xmlns:r="http://schemas.openxmlformats.org/officeDocument/2006/relationships" id="275" r:id="R73d8177c4cd84b01"/>
    <p:sldId xmlns:r="http://schemas.openxmlformats.org/officeDocument/2006/relationships" id="276" r:id="Rc22def30218b44a8"/>
  </p:sldIdLst>
  <p:sldSz cx="16002000" cy="11315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59e6275c624193" /><Relationship Type="http://schemas.openxmlformats.org/officeDocument/2006/relationships/slideMaster" Target="/ppt/slideMasters/slideMaster1.xml" Id="Ra6e034a2bf9c40dc" /><Relationship Type="http://schemas.openxmlformats.org/officeDocument/2006/relationships/notesMaster" Target="/ppt/notesMasters/notesMaster1.xml" Id="R9b90001c606241a0" /><Relationship Type="http://schemas.openxmlformats.org/officeDocument/2006/relationships/presProps" Target="/ppt/presProps.xml" Id="Rf4a089d7f0e24098" /><Relationship Type="http://schemas.openxmlformats.org/officeDocument/2006/relationships/tableStyles" Target="/ppt/tableStyles.xml" Id="R4bb787d2fc0345eb" /><Relationship Type="http://schemas.openxmlformats.org/officeDocument/2006/relationships/slide" Target="/ppt/slides/slide1.xml" Id="R03467c6bf86041ce" /><Relationship Type="http://schemas.openxmlformats.org/officeDocument/2006/relationships/slide" Target="/ppt/slides/slide2.xml" Id="Rddbb5545164f4b75" /><Relationship Type="http://schemas.openxmlformats.org/officeDocument/2006/relationships/slide" Target="/ppt/slides/slide3.xml" Id="R323723f06ad34e5b" /><Relationship Type="http://schemas.openxmlformats.org/officeDocument/2006/relationships/slide" Target="/ppt/slides/slide4.xml" Id="R0a4e863ce55d4773" /><Relationship Type="http://schemas.openxmlformats.org/officeDocument/2006/relationships/slide" Target="/ppt/slides/slide5.xml" Id="R64e5b419dbe44a33" /><Relationship Type="http://schemas.openxmlformats.org/officeDocument/2006/relationships/slide" Target="/ppt/slides/slide6.xml" Id="R545ca5849c70426a" /><Relationship Type="http://schemas.openxmlformats.org/officeDocument/2006/relationships/slide" Target="/ppt/slides/slide7.xml" Id="R18b32002250e45ff" /><Relationship Type="http://schemas.openxmlformats.org/officeDocument/2006/relationships/slide" Target="/ppt/slides/slide8.xml" Id="Raedade8cae194ba3" /><Relationship Type="http://schemas.openxmlformats.org/officeDocument/2006/relationships/slide" Target="/ppt/slides/slide9.xml" Id="R426350886d664c83" /><Relationship Type="http://schemas.openxmlformats.org/officeDocument/2006/relationships/slide" Target="/ppt/slides/slide10.xml" Id="Rbfa47168179543cd" /><Relationship Type="http://schemas.openxmlformats.org/officeDocument/2006/relationships/slide" Target="/ppt/slides/slide11.xml" Id="R9e4c2f159a544e48" /><Relationship Type="http://schemas.openxmlformats.org/officeDocument/2006/relationships/slide" Target="/ppt/slides/slide12.xml" Id="R4e332b644f0a480a" /><Relationship Type="http://schemas.openxmlformats.org/officeDocument/2006/relationships/slide" Target="/ppt/slides/slide13.xml" Id="R4e148ecd4fb543fb" /><Relationship Type="http://schemas.openxmlformats.org/officeDocument/2006/relationships/slide" Target="/ppt/slides/slide14.xml" Id="R317ab6cf3bd74e26" /><Relationship Type="http://schemas.openxmlformats.org/officeDocument/2006/relationships/slide" Target="/ppt/slides/slide15.xml" Id="R9f999eef5d6d4413" /><Relationship Type="http://schemas.openxmlformats.org/officeDocument/2006/relationships/slide" Target="/ppt/slides/slide16.xml" Id="R5fc7fbeadee54fb1" /><Relationship Type="http://schemas.openxmlformats.org/officeDocument/2006/relationships/slide" Target="/ppt/slides/slide17.xml" Id="Rbc9a13af31e146b7" /><Relationship Type="http://schemas.openxmlformats.org/officeDocument/2006/relationships/slide" Target="/ppt/slides/slide18.xml" Id="R9aebcd25bd2545e9" /><Relationship Type="http://schemas.openxmlformats.org/officeDocument/2006/relationships/slide" Target="/ppt/slides/slide19.xml" Id="Rcb76c9162a3d4a2a" /><Relationship Type="http://schemas.openxmlformats.org/officeDocument/2006/relationships/slide" Target="/ppt/slides/slide20.xml" Id="R73d8177c4cd84b01" /><Relationship Type="http://schemas.openxmlformats.org/officeDocument/2006/relationships/slide" Target="/ppt/slides/slide21.xml" Id="Rc22def30218b44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50f15492ae47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605615244c47c0" /><Relationship Type="http://schemas.openxmlformats.org/officeDocument/2006/relationships/notesMaster" Target="/ppt/notesMasters/notesMaster1.xml" Id="R3526fd64208240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291ed7712741f6" /><Relationship Type="http://schemas.openxmlformats.org/officeDocument/2006/relationships/notesMaster" Target="/ppt/notesMasters/notesMaster1.xml" Id="R82451b4730494f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87cbbf46214622" /><Relationship Type="http://schemas.openxmlformats.org/officeDocument/2006/relationships/notesMaster" Target="/ppt/notesMasters/notesMaster1.xml" Id="R698cd10ce1d84d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bd8742130a4e68" /><Relationship Type="http://schemas.openxmlformats.org/officeDocument/2006/relationships/notesMaster" Target="/ppt/notesMasters/notesMaster1.xml" Id="Ra71b445564a745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d98a0662cc493c" /><Relationship Type="http://schemas.openxmlformats.org/officeDocument/2006/relationships/notesMaster" Target="/ppt/notesMasters/notesMaster1.xml" Id="R2fe552e3b80f49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14e224f9e046bb" /><Relationship Type="http://schemas.openxmlformats.org/officeDocument/2006/relationships/notesMaster" Target="/ppt/notesMasters/notesMaster1.xml" Id="R878a880d39ca45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4d17048cf64cbe" /><Relationship Type="http://schemas.openxmlformats.org/officeDocument/2006/relationships/notesMaster" Target="/ppt/notesMasters/notesMaster1.xml" Id="Rf811136dfb8841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00e37c08b34441" /><Relationship Type="http://schemas.openxmlformats.org/officeDocument/2006/relationships/notesMaster" Target="/ppt/notesMasters/notesMaster1.xml" Id="R68d7debf743d43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824426a1ae4cf8" /><Relationship Type="http://schemas.openxmlformats.org/officeDocument/2006/relationships/notesMaster" Target="/ppt/notesMasters/notesMaster1.xml" Id="Rc6d32bcd568843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52e89df144467a" /><Relationship Type="http://schemas.openxmlformats.org/officeDocument/2006/relationships/notesMaster" Target="/ppt/notesMasters/notesMaster1.xml" Id="R70d000253ee342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83d6e2f52c40ad" /><Relationship Type="http://schemas.openxmlformats.org/officeDocument/2006/relationships/notesMaster" Target="/ppt/notesMasters/notesMaster1.xml" Id="R82ddf6d732784c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1596beb9864f75" /><Relationship Type="http://schemas.openxmlformats.org/officeDocument/2006/relationships/notesMaster" Target="/ppt/notesMasters/notesMaster1.xml" Id="Rdfceaf5dc84643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b5fe824b1d4b3d" /><Relationship Type="http://schemas.openxmlformats.org/officeDocument/2006/relationships/notesMaster" Target="/ppt/notesMasters/notesMaster1.xml" Id="R1b4bdc33e0984c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662a021c834e3f" /><Relationship Type="http://schemas.openxmlformats.org/officeDocument/2006/relationships/notesMaster" Target="/ppt/notesMasters/notesMaster1.xml" Id="Rdfdf5cee064f4c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9007f9d0fbe4f26" /><Relationship Type="http://schemas.openxmlformats.org/officeDocument/2006/relationships/notesMaster" Target="/ppt/notesMasters/notesMaster1.xml" Id="Raea549f3dd8a44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3acef2463014a78" /><Relationship Type="http://schemas.openxmlformats.org/officeDocument/2006/relationships/notesMaster" Target="/ppt/notesMasters/notesMaster1.xml" Id="R879d533a15ce4d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8b4baabd3b4bb0" /><Relationship Type="http://schemas.openxmlformats.org/officeDocument/2006/relationships/notesMaster" Target="/ppt/notesMasters/notesMaster1.xml" Id="R9738ef8d039747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9461b7f1b14ab9" /><Relationship Type="http://schemas.openxmlformats.org/officeDocument/2006/relationships/notesMaster" Target="/ppt/notesMasters/notesMaster1.xml" Id="Rc1fa7747f761477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9f3543da19142d8" /><Relationship Type="http://schemas.openxmlformats.org/officeDocument/2006/relationships/notesMaster" Target="/ppt/notesMasters/notesMaster1.xml" Id="Rec39fb0ae2d24e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780727d461472b" /><Relationship Type="http://schemas.openxmlformats.org/officeDocument/2006/relationships/notesMaster" Target="/ppt/notesMasters/notesMaster1.xml" Id="R4dfa85d9d26842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371bd6645a34caa" /><Relationship Type="http://schemas.openxmlformats.org/officeDocument/2006/relationships/notesMaster" Target="/ppt/notesMasters/notesMaster1.xml" Id="Rd1c42a3fe6b442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59971fd47c49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3718c45f394819" /><Relationship Type="http://schemas.openxmlformats.org/officeDocument/2006/relationships/slideLayout" Target="/ppt/slideLayouts/slideLayout1.xml" Id="R7660a0f05e3d47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60a0f05e3d47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a0d10c13b4bfb" /><Relationship Type="http://schemas.openxmlformats.org/officeDocument/2006/relationships/notesSlide" Target="/ppt/notesSlides/notesSlide1.xml" Id="R6d47a15d6a104d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326d7cfcd496c" /><Relationship Type="http://schemas.openxmlformats.org/officeDocument/2006/relationships/notesSlide" Target="/ppt/notesSlides/notesSlide2.xml" Id="Recde590ea67240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ff9b5ee274646" /><Relationship Type="http://schemas.openxmlformats.org/officeDocument/2006/relationships/notesSlide" Target="/ppt/notesSlides/notesSlide3.xml" Id="R4f1e8a2918e246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e3e23f6e64567" /><Relationship Type="http://schemas.openxmlformats.org/officeDocument/2006/relationships/notesSlide" Target="/ppt/notesSlides/notesSlide4.xml" Id="R770f63664f4e46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504539e7c4a45" /><Relationship Type="http://schemas.openxmlformats.org/officeDocument/2006/relationships/notesSlide" Target="/ppt/notesSlides/notesSlide5.xml" Id="R2ea34b7235c241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b4f0b68444b09" /><Relationship Type="http://schemas.openxmlformats.org/officeDocument/2006/relationships/notesSlide" Target="/ppt/notesSlides/notesSlide6.xml" Id="R582d0827bc774f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351546d494f1d" /><Relationship Type="http://schemas.openxmlformats.org/officeDocument/2006/relationships/notesSlide" Target="/ppt/notesSlides/notesSlide7.xml" Id="Rb7f5d13984df47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798ca2c8f41ab" /><Relationship Type="http://schemas.openxmlformats.org/officeDocument/2006/relationships/notesSlide" Target="/ppt/notesSlides/notesSlide8.xml" Id="R2a7cfd734d6141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624b58eda4fa9" /><Relationship Type="http://schemas.openxmlformats.org/officeDocument/2006/relationships/notesSlide" Target="/ppt/notesSlides/notesSlide9.xml" Id="R49fbbf34d59e42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0367585bb4054" /><Relationship Type="http://schemas.openxmlformats.org/officeDocument/2006/relationships/notesSlide" Target="/ppt/notesSlides/notesSlide10.xml" Id="R3379fe45932a4f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f9b4a87b54711" /><Relationship Type="http://schemas.openxmlformats.org/officeDocument/2006/relationships/notesSlide" Target="/ppt/notesSlides/notesSlide11.xml" Id="R68805ad70dea42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3157cda1b4ff8" /><Relationship Type="http://schemas.openxmlformats.org/officeDocument/2006/relationships/notesSlide" Target="/ppt/notesSlides/notesSlide12.xml" Id="Re579760b632546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da3a0ffa643e9" /><Relationship Type="http://schemas.openxmlformats.org/officeDocument/2006/relationships/notesSlide" Target="/ppt/notesSlides/notesSlide13.xml" Id="R1c0cdf4eced142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010454faa40e4" /><Relationship Type="http://schemas.openxmlformats.org/officeDocument/2006/relationships/notesSlide" Target="/ppt/notesSlides/notesSlide14.xml" Id="R7a36ee68711240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7311198a046d9" /><Relationship Type="http://schemas.openxmlformats.org/officeDocument/2006/relationships/notesSlide" Target="/ppt/notesSlides/notesSlide15.xml" Id="R9228200591ec41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5bb3481c642ec" /><Relationship Type="http://schemas.openxmlformats.org/officeDocument/2006/relationships/notesSlide" Target="/ppt/notesSlides/notesSlide16.xml" Id="R013cff2adfdc46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1c91f49c94127" /><Relationship Type="http://schemas.openxmlformats.org/officeDocument/2006/relationships/notesSlide" Target="/ppt/notesSlides/notesSlide17.xml" Id="Ra63d53ed2963477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c2a25dee24085" /><Relationship Type="http://schemas.openxmlformats.org/officeDocument/2006/relationships/notesSlide" Target="/ppt/notesSlides/notesSlide18.xml" Id="R830cc9b1561f45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52c096fb94f82" /><Relationship Type="http://schemas.openxmlformats.org/officeDocument/2006/relationships/notesSlide" Target="/ppt/notesSlides/notesSlide19.xml" Id="R4ad3fd602dbc4c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2e606fb194688" /><Relationship Type="http://schemas.openxmlformats.org/officeDocument/2006/relationships/notesSlide" Target="/ppt/notesSlides/notesSlide20.xml" Id="Rd78e6e1c71b3491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9e117c21243b4" /><Relationship Type="http://schemas.openxmlformats.org/officeDocument/2006/relationships/notesSlide" Target="/ppt/notesSlides/notesSlide21.xml" Id="R75d38896bfb847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26462-8637-4A41-8BB7-26712653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00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B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04F73-DD73-4CCF-BABC-016FDAB6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66850"/>
            <a:ext cx="228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11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E985B-06F6-4FCB-98AE-BBC660EE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고등부 찬양팀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D03DF-138D-46DB-8151-4D67A8DA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24125"/>
            <a:ext cx="10858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7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나눔마블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DBF1C-CB93-4145-A411-F2FBE540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1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3번의 새로운 그룹 · 3개의 질문판 · 최대한 다양한 만남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974C1-38C5-4383-9B51-F5E77561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191250"/>
            <a:ext cx="3619500" cy="1885950"/>
          </a:xfrm>
          <a:prstGeom xmlns:a="http://schemas.openxmlformats.org/drawingml/2006/main" prst="roundRect">
            <a:avLst>
              <a:gd name="adj" fmla="val 14141"/>
            </a:avLst>
          </a:prstGeom>
          <a:solidFill xmlns:a="http://schemas.openxmlformats.org/drawingml/2006/main">
            <a:srgbClr val="FF806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5B822-2E92-4691-BD4C-D6F3ABDA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515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ROUND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F56FC-E798-415D-8F75-BCEC4294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972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취향으로 가볍게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9B67E-27EE-4CA8-9CFF-4DA549EE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191250"/>
            <a:ext cx="3619500" cy="1885950"/>
          </a:xfrm>
          <a:prstGeom xmlns:a="http://schemas.openxmlformats.org/drawingml/2006/main" prst="roundRect">
            <a:avLst>
              <a:gd name="adj" fmla="val 14141"/>
            </a:avLst>
          </a:prstGeom>
          <a:solidFill xmlns:a="http://schemas.openxmlformats.org/drawingml/2006/main">
            <a:srgbClr val="4FAFD1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2253F-0518-4D94-AE27-3A3F2A30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515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ROUND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13A32-C6AA-4418-8E85-E1DDC8D1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972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음악으로 함께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90C0B-88AB-4DFA-AA12-F1BB33E9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191250"/>
            <a:ext cx="3619500" cy="1885950"/>
          </a:xfrm>
          <a:prstGeom xmlns:a="http://schemas.openxmlformats.org/drawingml/2006/main" prst="roundRect">
            <a:avLst>
              <a:gd name="adj" fmla="val 14141"/>
            </a:avLst>
          </a:prstGeom>
          <a:solidFill xmlns:a="http://schemas.openxmlformats.org/drawingml/2006/main">
            <a:srgbClr val="8C6BD1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87E4D6-7763-4530-BE46-BACC986B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ROUND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BC122-9506-4304-A633-E5AEBA79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972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응원으로 깊게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DBC94-5B9A-4EAB-949D-7BD93545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91249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11:30–12:30  |  27–31명  |  4그룹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7FCAA-F87E-4838-8029-50DE7660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96774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편집·인쇄 가능한 운영안 및 게임판</a:t>
            </a:r>
          </a:p>
        </p:txBody>
      </p:sp>
    </p:spTree>
    <p:extLst>
      <p:ext uri="{BB962C8B-B14F-4D97-AF65-F5344CB8AC3E}">
        <p14:creationId xmlns:p14="http://schemas.microsoft.com/office/powerpoint/2010/main" val="19755814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E8D1B-D102-48E5-9DAB-2A517028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1 · 프로그램 운영안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0B770-4CFE-44D5-9B19-9106233B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20분마다 새롭게 만나고, 12–14분은 온전히 이야기합니다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D5361-B009-4390-9DC0-2575056E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첫 라운드만 설명에 2분 더 쓰고 이후에는 이동 시간을 줄입니다.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CD2F7-51CA-4413-B6C8-6F4FEFFD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F69F6-E8F1-4BC5-B70D-EFDAE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428750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5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EE8B9-B87E-415E-B8EA-F1C60F6A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57175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C295B-736F-490E-A1DB-EF334BE1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76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11:30–11:50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90934-0DCB-4F9F-A57C-B83B08DA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33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ROUND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0C8E3-EE8D-4AAD-9037-502B16B7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956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0–3분 그룹핑·이동  |  3–5분 규칙 안내  |  5–17분 게임  |  17–20분 한마디·이동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42E4A-9C53-4971-ABDA-F7E71CD5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1428750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5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3BA8A-151A-44F6-AF52-BC3BAA5B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57175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FAF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019FF-DF2D-4A21-88BF-280B8FF3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57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11:50–12:10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D81CF-F821-4EB6-9299-29DC3412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149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ROUND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4511B-4FCA-4879-9AC2-CA3AE8F6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768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0–2분 그룹핑·이동  |  2–3분 리셋 안내  |  3–17분 게임  |  17–20분 한마디·이동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E9499-C2AF-4416-866B-3CEEE06C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10350"/>
            <a:ext cx="1428750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5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1DF9F-947A-488F-9F1D-C1F19925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10350"/>
            <a:ext cx="257175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C6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82B73-1D35-40EE-938C-29BEC896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8389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12:10–12:30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3F86A-9917-4BDE-97F2-157DAB05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2961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ROUND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F2666-89A2-4971-9A87-EADEDDD1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8580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0–2분 그룹핑·이동  |  2–3분 리셋 안내  |  3–17분 게임  |  17–20분 격려·전체 마무리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AF38F-D089-40B6-B2A1-3B84F40E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77300"/>
            <a:ext cx="14287500" cy="13144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EF7FA"/>
          </a:solidFill>
          <a:ln xmlns:a="http://schemas.openxmlformats.org/drawingml/2006/main" w="19050">
            <a:solidFill>
              <a:srgbClr val="BFDC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1E87B-2ECF-4386-A113-ECDB593E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9124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2370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3708C"/>
                </a:solidFill>
                <a:latin typeface="Apple SD Gothic Neo"/>
                <a:ea typeface="Apple SD Gothic Neo"/>
                <a:cs typeface="Apple SD Gothic Neo"/>
              </a:rPr>
              <a:t>권장 구성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443AB8-C9CD-4D5F-976B-7DB1508A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029700"/>
            <a:ext cx="1143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9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그룹당 7–8명  ·  테이블 진행자 1명  ·  그룹당 주사위 1개·말 1개  ·  답변 10–20초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0844E-113B-4FE0-9648-3AE697DD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9582150"/>
            <a:ext cx="1143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진행자 외에 면접 호출 담당 1명을 별도로 둡니다.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42739-3930-4258-95A8-F2650DD8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02</a:t>
            </a:r>
          </a:p>
        </p:txBody>
      </p:sp>
    </p:spTree>
    <p:extLst>
      <p:ext uri="{BB962C8B-B14F-4D97-AF65-F5344CB8AC3E}">
        <p14:creationId xmlns:p14="http://schemas.microsoft.com/office/powerpoint/2010/main" val="1862560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A61A02-5B45-40F9-9691-27B1B558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1 · 프로그램 운영안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0516D-C809-4FF2-841A-8B81272D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한 명이 나가도 말과 순서는 그대로 이어집니다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EF5BE-D051-4D3F-8DD6-A12B88B3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‘한 말·두 답변’ 규칙으로 면접 이탈과 복귀를 자연스럽게 처리합니다.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36485-681B-49CA-A5D2-C0BB5F30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2DB74-5380-40BB-9A6D-B7B1649E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6705600" cy="1905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E6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E9244-47C1-467D-86C0-7214E020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6477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2F131-6019-4A5B-A573-70A38FB8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A61CB-6B42-4CE3-A64C-A706B41D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7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9AE4A-585D-4D48-B372-9FD85715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956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1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한 말로 이동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51309-F571-4967-9FD5-5FDEA535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67100"/>
            <a:ext cx="521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그룹마다 말 1개만 사용하고 주사위는 시계 방향으로 굴립니다.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BE662-1A18-4EA6-B2A1-CB9F9D0E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6705600" cy="1905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E6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93ECD-86DC-4CF2-B4FB-E4C2002B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6477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F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B3B1D-F212-4C76-929A-28316F59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BF372-C19D-4CA1-9116-76B3E6C4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87655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7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42210-E482-45E0-A2BC-7A5E3156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1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두 명이 답하기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21974-B617-490E-9D53-B63733BF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67100"/>
            <a:ext cx="521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굴린 학생이 10–20초 답한 뒤, 아직 덜 말한 학생 한 명을 지목합니다.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4F86A-5673-4875-A91B-530BA92C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6705600" cy="1905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E6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43315-3E12-4B4C-B696-ED1B48D6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6477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4FAF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ABD37-315F-411D-8B87-D094AE45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1E24D-3A65-4677-A36F-EE28F7CC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8160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7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⏭️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3C342-570A-4844-A9EB-E8F00360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0065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1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한 번 패스 가능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CACCFE-2598-49E3-BA56-FC4EF32C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772150"/>
            <a:ext cx="521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답하기 어려운 질문은 이유 설명 없이 한 번 건너뛸 수 있습니다.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546CA-0B23-4C06-85D6-AD7ACBCC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91100"/>
            <a:ext cx="6705600" cy="1905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E6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20901A-3F7E-4750-9A97-B71ABA86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62550"/>
            <a:ext cx="6477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4FAF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EE239E-8322-421B-8203-EABDA033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625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5CE6D2-6C1E-4D4C-8BBA-5250BB33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18160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7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753E69-E816-4372-9ED7-0B4ACC82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0065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1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자리 비우면 건너뛰기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063496-D27C-4B35-A673-A99A35E4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772150"/>
            <a:ext cx="521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면접 호출을 받으면 진행 중인 답변 뒤 이동하고, 차례는 기다리지 않습니다.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B01234-7856-4465-8602-87DCDD19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96150"/>
            <a:ext cx="6705600" cy="1905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E6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7DB8DB-B557-48C5-9CD6-20AFB199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467600"/>
            <a:ext cx="6477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8C6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2BB7BE-CA75-44C7-BA4B-F3333530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4676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633E24-B1C2-4831-BEF6-48B3C8F8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748665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7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↩️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1BCB94-237A-4F09-80A4-ACBC611E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75057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1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복귀하면 다음 차례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C205B8-4273-4A74-99C0-56012269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8077200"/>
            <a:ext cx="521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돌아온 학생은 현재 질문을 듣고 합류한 뒤, 첫 순환에서 빠졌다면 다음 주사위를 굴립니다.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F40DA5-942F-42EA-B8B3-822607CC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296150"/>
            <a:ext cx="6705600" cy="1905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0E6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859815-5D1E-42AE-ACD5-86038D0B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67600"/>
            <a:ext cx="6477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8C6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AA1852-2AF9-41EA-96A7-CD9E61AD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46760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9D9633-BAD0-4C3A-ACF5-B862C5F4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748665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7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⚖️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796C6A-CA19-4E02-A91E-E7006823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75057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1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발언 균형 지키기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ACF846-9D66-45A4-8F05-32F6F52F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8077200"/>
            <a:ext cx="521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진행자는 이름표에 작은 점을 표시해 모두 최소 한 번 답하게 합니다.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A7F18A-AC93-4CE8-85BB-6A6A807E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72650"/>
            <a:ext cx="1352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650" b="1">
                <a:solidFill>
                  <a:srgbClr val="6A4F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6A4F11"/>
                </a:solidFill>
                <a:latin typeface="Apple SD Gothic Neo"/>
                <a:ea typeface="Apple SD Gothic Neo"/>
                <a:cs typeface="Apple SD Gothic Neo"/>
              </a:rPr>
              <a:t>말이 적은 학생에게는 “한 단어만 말해도 좋아”라고 안내하고, 새 친구는 첫 답변 전에 진행자가 자기 답을 짧게 시범 보입니다.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15FA81-1029-4CF7-B002-2D8B01AE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03</a:t>
            </a:r>
          </a:p>
        </p:txBody>
      </p:sp>
    </p:spTree>
    <p:extLst>
      <p:ext uri="{BB962C8B-B14F-4D97-AF65-F5344CB8AC3E}">
        <p14:creationId xmlns:p14="http://schemas.microsoft.com/office/powerpoint/2010/main" val="5796309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0810EA-5365-4370-8AB6-BE5A3321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2 · 1차 그룹핑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D8D67-1514-48B3-821C-8A74D957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쉬는 날, 딱 3시간이 생기면 가장 끌리는 계획은?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8C94F-E61B-4E68-93BA-5BC468A7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선택은 존중하고, 두 선택 사이에서 고민하는 학생의 자원 이동으로 7–8명에 맞춥니다.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B3519-1F0C-4CB8-9BEB-50F34958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D9DDB-947D-4573-84BB-75D8E0A5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257550" cy="255270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A9D66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0BD4D-EA4D-4089-842F-BEB274FE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146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AF96B-49DC-4587-962C-038A33F2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2686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rPr>
              <a:t>플레이리스트·콘텐츠 정주행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752B7-8EAC-4581-AFE4-4B9D5AEC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3257550" cy="255270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17DC3-167A-41F0-AFC8-7AD7AF21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146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E2170-FCAD-40DC-B549-AFE02C61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86200"/>
            <a:ext cx="2686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맛있는 것 먹으러 가기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DB879-AC29-4AD6-A415-EAAAD3DB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3257550" cy="255270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55C2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73CBE-E290-4F6C-B2CF-BA0402D8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3506F-FB44-4817-A5E8-E145B2E4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86200"/>
            <a:ext cx="2686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밖으로 나가 몸쓰기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9F1F8-B0E5-49C1-BE0B-92AF6611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86050"/>
            <a:ext cx="3257550" cy="255270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5C87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58D94-C4E0-47D0-BB3E-02D6CA11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9146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🛋️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2BEC7-8A1A-4EE3-99E0-9F801507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886200"/>
            <a:ext cx="2686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아무 계획 없이 충전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CF677-0828-410C-A714-48C3EFA3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4249400" cy="102870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9464F-7A50-4D0C-9B82-DF711868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198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2576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5765C"/>
                </a:solidFill>
                <a:latin typeface="Apple SD Gothic Neo"/>
                <a:ea typeface="Apple SD Gothic Neo"/>
                <a:cs typeface="Apple SD Gothic Neo"/>
              </a:rPr>
              <a:t>고르게 나뉘는 이유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94FC8-A6E6-4D24-B7F8-ED5D01DB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62650"/>
            <a:ext cx="1143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콘텐츠·음식·활동·휴식이라는 서로 다른 일상 선호라 선택이 직관적이고, 고민하는 학생이 생겨 자원 조정도 쉽다.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D40FA-1667-4400-85FA-8AEFDE3A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86600"/>
            <a:ext cx="14249400" cy="102870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FB704-656E-4454-8901-A2A094F0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771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8B5C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8B5C00"/>
                </a:solidFill>
                <a:latin typeface="Apple SD Gothic Neo"/>
                <a:ea typeface="Apple SD Gothic Neo"/>
                <a:cs typeface="Apple SD Gothic Neo"/>
              </a:rPr>
              <a:t>몰렸을 때 조정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69F33C-45E4-458D-A08E-0DFF0E55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219950"/>
            <a:ext cx="1143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가장 큰 그룹에서 ‘두 번째 선택’이 있는 학생을 먼저 모집한다. 그래도 크면 콘텐츠↔휴식, 음식↔활동 사이의 고민자를 작은 그룹으로 안내한다.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B3A282-B88A-4E9B-9A01-36D2E328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43900"/>
            <a:ext cx="14249400" cy="102870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E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FE6BCE-F0C5-44E2-BBA7-71A87DCA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344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485EA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485EA7"/>
                </a:solidFill>
                <a:latin typeface="Apple SD Gothic Neo"/>
                <a:ea typeface="Apple SD Gothic Neo"/>
                <a:cs typeface="Apple SD Gothic Neo"/>
              </a:rPr>
              <a:t>진행자 멘트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B1167C-95AE-445D-8A1A-AB08DB8B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477250"/>
            <a:ext cx="1143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“정답은 없어요. 지금 딱 끌리는 곳으로 이동하되, 두 군데가 비슷하면 사람이 적은 쪽을 골라 주세요!”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80E479-E95A-455A-BAE5-9787A13D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677400"/>
            <a:ext cx="1352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72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연결 질문  ·  세 시간 자유라면 가장 먼저 할 일?  /  내 선택의 최고의 장점은?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EEF2B1-DD2F-45A0-9DB3-3AA791FB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04</a:t>
            </a:r>
          </a:p>
        </p:txBody>
      </p:sp>
    </p:spTree>
    <p:extLst>
      <p:ext uri="{BB962C8B-B14F-4D97-AF65-F5344CB8AC3E}">
        <p14:creationId xmlns:p14="http://schemas.microsoft.com/office/powerpoint/2010/main" val="7891155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CD431-2D19-4832-BC86-5153A821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2 · 2차 그룹핑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DD09E-DC07-49DA-86F9-D2AE64FB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찬양 한 곡을 함께 완성할 때 먼저 맡아보고 싶은 역할은?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E3EB7-FD33-49D6-895D-B0480015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선택은 존중하고, 두 선택 사이에서 고민하는 학생의 자원 이동으로 7–8명에 맞춥니다.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C14FC-C09B-4281-A152-07C64F29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4EB04-CE2A-46A4-9057-E9619016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257550" cy="255270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55C2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8D085-69D7-4906-BA44-E6D999B3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146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984E6-E7FE-4F9D-93D8-58881350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2686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분위기를 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930DC-DF22-4F60-B9F8-D0DE8919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3257550" cy="255270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5C87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A2E0B-30E3-443C-AA2C-9489AB09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146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7A538-FF6F-4647-88D9-0804DDCC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86200"/>
            <a:ext cx="2686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리듬과 박자 지키기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F7480-E2BC-4C6D-B98C-79F706F3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3257550" cy="255270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8168C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EF088-60FE-4EB1-AA97-D688C52F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7E236-4BE0-443E-A8D2-B7C83B6E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86200"/>
            <a:ext cx="2686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화음과 소리 채우기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DDA3C-9D8C-425A-91B5-6A702FBC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86050"/>
            <a:ext cx="3257550" cy="255270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E777AE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E9155-D5F2-49B1-B519-BBB7B186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9146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🎛️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FBD87-D540-4A9D-902F-DE0998D3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886200"/>
            <a:ext cx="2686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흐름과 준비 챙기기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C2135-D519-4C82-A69F-97E8B987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4249400" cy="102870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2FE02-D9AD-4F34-B940-96AE4968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198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2576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5765C"/>
                </a:solidFill>
                <a:latin typeface="Apple SD Gothic Neo"/>
                <a:ea typeface="Apple SD Gothic Neo"/>
                <a:cs typeface="Apple SD Gothic Neo"/>
              </a:rPr>
              <a:t>고르게 나뉘는 이유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29F7E-5071-4410-8A0C-38051513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62650"/>
            <a:ext cx="1143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보컬·리듬·화성·운영의 네 기여 방식이 분명하고, 실제 지원 파트와 달라도 ‘해보고 싶은 역할’로 고를 수 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804AF-EDD9-4DEA-9727-E4C5B353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86600"/>
            <a:ext cx="14249400" cy="102870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290E5-E5F2-4746-A2CA-38D4184D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771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8B5C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8B5C00"/>
                </a:solidFill>
                <a:latin typeface="Apple SD Gothic Neo"/>
                <a:ea typeface="Apple SD Gothic Neo"/>
                <a:cs typeface="Apple SD Gothic Neo"/>
              </a:rPr>
              <a:t>몰렸을 때 조정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9B3D3-E062-49A5-B49B-7412163B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219950"/>
            <a:ext cx="1143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지원 파트가 아니라 오늘 해보고 싶은 역할임을 강조한다. 큰 그룹의 학생에게 두 번째로 끌리는 역할로 자원 이동을 요청한다.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D783C-8B94-4D4D-82E7-A04AE1B8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43900"/>
            <a:ext cx="14249400" cy="102870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E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0DB3F-3707-4744-BDBE-590E0620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344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485EA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485EA7"/>
                </a:solidFill>
                <a:latin typeface="Apple SD Gothic Neo"/>
                <a:ea typeface="Apple SD Gothic Neo"/>
                <a:cs typeface="Apple SD Gothic Neo"/>
              </a:rPr>
              <a:t>진행자 멘트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FE2B8-B441-41F1-94EE-97A12F39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477250"/>
            <a:ext cx="1143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“지금 잘하는 파트 말고, 한 곡을 위해 오늘 먼저 해보고 싶은 기여를 골라 이동해 주세요!”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A7C1B-6760-4A05-AE61-571CC4D7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677400"/>
            <a:ext cx="1352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72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연결 질문  ·  우리 선택 역할의 강점은?  /  다른 역할과 만나면 생길 시너지는?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7982E6-5410-4A1F-818B-E35FDD38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05</a:t>
            </a:r>
          </a:p>
        </p:txBody>
      </p:sp>
    </p:spTree>
    <p:extLst>
      <p:ext uri="{BB962C8B-B14F-4D97-AF65-F5344CB8AC3E}">
        <p14:creationId xmlns:p14="http://schemas.microsoft.com/office/powerpoint/2010/main" val="6677136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6C3954-2FF9-45E7-917F-DDE79419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2 · 3차 그룹핑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0C67A-632C-4802-A436-637A52BC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팀에서 지금 가장 듣고 싶은 응원 한마디는?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BBE77-15B2-48B9-AEB0-0007DEAA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선택은 존중하고, 두 선택 사이에서 고민하는 학생의 자원 이동으로 7–8명에 맞춥니다.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4384A-E50F-44DE-A765-4685A749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C690A-95D8-45FC-85EF-674EB9DC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257550" cy="255270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8168C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DF2FE-F5F2-4ABC-A660-9BAE0533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146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03677-8BAA-4B2D-8DCD-D8C7C2DE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2686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네 아이디어 좋아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7268F-5540-412A-836A-C555288E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3257550" cy="255270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E777AE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9FB28-DA3A-48CB-A3FB-F9913A8C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146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57782-081F-49AC-9E0B-4D679BAF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86200"/>
            <a:ext cx="2686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네가 있어 든든해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EF9AB-C8E1-487C-8ABB-11D13D40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3257550" cy="255270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F7B73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0AC54-4E64-4A6B-93EC-629C4FCE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CCBCF-574C-49D6-9951-D4D874D6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86200"/>
            <a:ext cx="2686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실수해도 괜찮아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191C1-1B74-4CAC-945D-4F2C57D4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86050"/>
            <a:ext cx="3257550" cy="255270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7C95C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79BDF-52FD-4C20-B306-A28BF7BF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9146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6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A3D21-51D7-4B18-8E3C-DFC97A60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886200"/>
            <a:ext cx="2686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같이 해보자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10988-DAEF-4A42-8CAB-F5914FA7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4249400" cy="102870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2D36E3-24AE-4895-BD47-2567C4F0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198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2576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5765C"/>
                </a:solidFill>
                <a:latin typeface="Apple SD Gothic Neo"/>
                <a:ea typeface="Apple SD Gothic Neo"/>
                <a:cs typeface="Apple SD Gothic Neo"/>
              </a:rPr>
              <a:t>고르게 나뉘는 이유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73119-7720-46C4-841E-A5A69E5E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62650"/>
            <a:ext cx="1143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인정·소속·안전·동행이라는 다른 응원 욕구를 가볍게 고르는 질문이라 이전의 취향·역할 기준과 조합이 달라질 가능성이 높다.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7CA86-854F-475B-8430-747CB377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86600"/>
            <a:ext cx="14249400" cy="102870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A944A-9E86-48FE-BD51-A28B24C8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771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8B5C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8B5C00"/>
                </a:solidFill>
                <a:latin typeface="Apple SD Gothic Neo"/>
                <a:ea typeface="Apple SD Gothic Neo"/>
                <a:cs typeface="Apple SD Gothic Neo"/>
              </a:rPr>
              <a:t>몰렸을 때 조정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1EB1F7-8201-4605-9470-507DF847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219950"/>
            <a:ext cx="1143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두 문장 모두 좋다는 학생을 부족한 그룹으로 초대한다. 특정 문장에 몰리면 진행자가 ‘오늘 가장 듣고 싶은 2순위’로 자원 이동을 부탁한다.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ABAC7-6B45-47C6-AC8C-C28C5B99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43900"/>
            <a:ext cx="14249400" cy="102870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E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DC8B61-B890-4427-81A8-69564E63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344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485EA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485EA7"/>
                </a:solidFill>
                <a:latin typeface="Apple SD Gothic Neo"/>
                <a:ea typeface="Apple SD Gothic Neo"/>
                <a:cs typeface="Apple SD Gothic Neo"/>
              </a:rPr>
              <a:t>진행자 멘트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C3CED-3708-42DF-B488-3D02DA1E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477250"/>
            <a:ext cx="1143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“네 문장 중 오늘 가장 듣고 싶은 말로 가 주세요. 두 개가 고민되면 사람이 적은 문장이 여러분을 기다립니다!”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8B9D7-D817-4DFD-916E-AF425D93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677400"/>
            <a:ext cx="1352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72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연결 질문  ·  내가 고른 응원을 언제 듣고 싶나?  /  나도 다른 사람에게 건네고 싶은 응원은?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16BEF9-DCAC-4346-A2DA-37CCB4A5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06</a:t>
            </a:r>
          </a:p>
        </p:txBody>
      </p:sp>
    </p:spTree>
    <p:extLst>
      <p:ext uri="{BB962C8B-B14F-4D97-AF65-F5344CB8AC3E}">
        <p14:creationId xmlns:p14="http://schemas.microsoft.com/office/powerpoint/2010/main" val="4665065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BA60B5-B261-40FD-96A8-94852CD1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2 · 현장 보정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B7F9E-93E4-43C6-849D-6CFAC305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취향만으로는 ‘다른 만남’이 보장되지 않으니 30초만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B474C-4FE6-4AA4-95F4-36C12019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선택을 바꾸라고 강요하지 않고, 두 선택 사이의 학생에게만 이동을 부탁합니다.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F7493-2375-4CFA-BF09-ACD89274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D9199-D76E-4069-8D28-A1CDDBBB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4133850" cy="3714750"/>
          </a:xfrm>
          <a:prstGeom xmlns:a="http://schemas.openxmlformats.org/drawingml/2006/main" prst="roundRect">
            <a:avLst>
              <a:gd name="adj" fmla="val 71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6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B3445-1134-4457-8535-F4E3F95F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62300"/>
            <a:ext cx="1276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2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2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AF021-DFAA-4E39-AE13-AF8BF323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957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그룹 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4FB1C-9950-4EEE-AE43-65AFC5C1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32575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27명: 7·7·7·6명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28명: 7명씩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29명: 8·7·7·7명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30명: 8·8·7·7명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31명: 8·8·8·7명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766EE-0918-42B9-AC3A-17A127F2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14650"/>
            <a:ext cx="4133850" cy="3714750"/>
          </a:xfrm>
          <a:prstGeom xmlns:a="http://schemas.openxmlformats.org/drawingml/2006/main" prst="roundRect">
            <a:avLst>
              <a:gd name="adj" fmla="val 71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6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01983-F5C6-40B2-9192-751B4F2D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62300"/>
            <a:ext cx="1276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2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2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F8150-E2C9-42E3-97A9-269D6CB4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학년 참고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8061C-1DC6-403D-817F-F1E16034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32575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그룹당 대략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고1 4명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고2 2명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고3 1–2명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73163-6051-4432-AF3B-94C81078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914650"/>
            <a:ext cx="4133850" cy="3714750"/>
          </a:xfrm>
          <a:prstGeom xmlns:a="http://schemas.openxmlformats.org/drawingml/2006/main" prst="roundRect">
            <a:avLst>
              <a:gd name="adj" fmla="val 71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6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C0D87-9C99-4A84-9AC6-704A515B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162300"/>
            <a:ext cx="1276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42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427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16628-F8E8-44C8-99BC-7FEEF4EB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095750"/>
            <a:ext cx="3219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중복 경보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DE0A1-CE01-475F-AAFE-EB3A59E2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762500"/>
            <a:ext cx="32575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직전 라운드의 같은 친구가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한 그룹에 3명 이상 다시 모이면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자원 이동을 한 번 요청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AB344-43CC-42D0-A641-4286DB8E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239000"/>
            <a:ext cx="13849350" cy="22669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ABB5B-02CF-4349-BD74-8997F4CB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562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100" b="1">
                <a:solidFill>
                  <a:srgbClr val="2576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5765C"/>
                </a:solidFill>
                <a:latin typeface="Apple SD Gothic Neo"/>
                <a:ea typeface="Apple SD Gothic Neo"/>
                <a:cs typeface="Apple SD Gothic Neo"/>
              </a:rPr>
              <a:t>30초 보정 순서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A9BD3-28DD-427D-B84C-697C9776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96250"/>
            <a:ext cx="13125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0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① 진행자가 각 그룹 인원 확인  →  ② 같은 조합이 3명 이상인지 눈으로 확인  →  ③ ‘두 번째 선택도 괜찮은 사람?’ 모집  →  ④ 부족한 그룹으로 1–2명만 이동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C8146-2A39-4D87-8E84-2E9A2FDC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07</a:t>
            </a:r>
          </a:p>
        </p:txBody>
      </p:sp>
    </p:spTree>
    <p:extLst>
      <p:ext uri="{BB962C8B-B14F-4D97-AF65-F5344CB8AC3E}">
        <p14:creationId xmlns:p14="http://schemas.microsoft.com/office/powerpoint/2010/main" val="18224569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5B951EF-B8BC-4210-9A88-EE929F4A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3 · 질문 체계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37864-2AB4-4F65-A16F-ECFD8C49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세 보드에 공통으로 들어가는 질문 ·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CCE07-A4AC-4B30-8234-1B87832F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사람이 달라지면 답과 후속 대화도 달라지는 공통 질문입니다.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6B7D5-E27C-4FA9-9283-D755B5F7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B2281-E64A-4C99-9093-4FE8D1A6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700D6-5B13-4BD1-BB6B-C07E6E77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번호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5D8C8-93B1-4290-B750-F7DB2CD6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955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3EE3B-7DD7-4A02-9948-07BFE95A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33650"/>
            <a:ext cx="621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81C65-A36B-4E44-8F25-0613DDAA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3D579-0E57-47C1-91AA-4EFA2A57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C0A67-1FF8-4A56-82BF-AB8CCC94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955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6A8A5-4FC0-435D-BD36-D76C7B33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33650"/>
            <a:ext cx="923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이모지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CA89A-C6CD-4927-8F0E-449E33DB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4955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44F26-9AA5-483D-BE67-EB4B2B0D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2533650"/>
            <a:ext cx="1590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칸 색상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8D601-2222-4463-B347-320C5FE8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24955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10437-B3F7-49BD-AD26-A8D7E046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25336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6E185-85E3-4DC3-B184-D337E9DE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AC0BD-D9B1-4B39-A658-F04F6C58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C1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01696-87B2-4876-9D17-1BCEB876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E508F-2643-4498-A37A-13802BA7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37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요즘 자주 듣는 노래 한 곡?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D6899-2D06-4252-ADA3-DE8D7BC0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861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C37CBF-DFFC-4F83-AA62-F45F9D99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337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최근 관심사·음악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DD48D8-C32D-4A67-BE5F-BDB49AAE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861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A2075-5F5D-4A73-9358-9E281A38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337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25B8D-8CF0-4DF7-85BD-4E0B3333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0861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76BFD5-B849-4FE9-9986-747D0E8E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1337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하늘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#55C2E6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42611-459F-443F-AABE-4616D683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0861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A571F9-CC0F-4D82-A073-EC2C482D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1337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CD4B82-DECF-452C-A5C3-19AAB9A4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44AC2F-A1FF-40EE-AEDA-2CC77958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C2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D776DC-0746-47E7-9013-A2410F04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148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12D939-8E5E-4109-803E-67A4955C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학교에서 제일 좋아하는 시간은?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255501-C275-4FD0-AB51-B0B8E411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64FAC0-5B92-4507-9DB4-37C1ED0A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624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학교생활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F5BA8D-4BDC-4667-B280-7ABF8238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148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0440D0-902F-413F-B270-DEB143AC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624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🏫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923B82-D743-4ACD-869C-B14BAD1F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1148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2937E0-6928-4EA1-91EE-FC249AEF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1624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앰버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#F7C95C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1E8D31-E9C3-4ECD-8D7C-05F3747C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1148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0A6341-B449-4D61-87FE-24EB8D25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1624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21587C-FB70-48C4-AA87-89B8B3BD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A6DB2E-4543-4B9A-BB92-48930B29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C3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61B9C6-E52C-48F1-B6FC-CCDB1CDE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435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7A6288-BBC1-443F-8306-4470212C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911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요즘 푹 빠져 있는 것은?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0DB69F-7DDC-4331-BC30-84D89E19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435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A7246D-E852-491A-8010-0589CF3F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최근 관심사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7DAC82-B16A-404E-991E-3BA0E6F9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184414-B77E-40D4-A4E8-F1E51D80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911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87BA91-A267-4C6A-93DC-55432751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1435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1B548D-8751-4590-97A5-17A340D1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1911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코랄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#FF7B73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D018DA-E1A8-4455-B9D3-760F290F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1435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5E0E7B-6B34-4021-97D1-5D424C86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1911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44CBCF-7CC4-4E3E-AFE0-E98E3A76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A8C280-750B-4EEB-8A39-657B2CB7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198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C4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FC3D5B-A34F-4470-9B49-02E6A33A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722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C11573-B80A-41B2-A8E5-D517E05E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198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내가 은근 잘하는 것 한 가지?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F4377E-EBA9-46A2-835F-DE1C8407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722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2A6C1D-74A2-410B-B9B6-A8C3A569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2198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강점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1DE948F-D3C6-4AAF-9932-2905047A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1722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C92835-79C7-45C4-B55C-46B1CF7D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198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✨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89682C-6A63-4DDF-8298-86916877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1722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7998C6-EC97-472C-BB09-7A1F9838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198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보라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#8168C5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1528E4-8F50-469D-BC4B-181D2DDB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61722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39EF57-9418-4813-A182-EE63DDC8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2198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53DA770-8440-4A88-A03F-E96E984C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009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618848-34DD-4C07-9AB6-C4CC9E7A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485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C5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9A0CC24-C2E1-4A4D-BAB4-01F0B83A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2009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468F31-F08B-446D-8D62-9C985861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485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나만의 기분 전환 방법은?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EC941B-A02C-44D5-B933-4E7115F6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2009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79D396-170D-45E9-8EEA-DC9F293B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2485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자기돌봄·일상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C595B8-0231-41BB-8D04-7B7FC1C1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2009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83CD3EB-47DF-48A7-ACE1-A974332A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2485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🌿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4DEBAAB-DE23-47AB-8781-110207D9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72009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52D0B13-80F8-4BD9-8BAD-9E2DA517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2485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블루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#5C87E6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7108569-81B6-473C-9467-191E69F8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72009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7F5A81C-93B5-416F-A5CE-A602DBBE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2485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A39C1E1-8266-48C2-A728-A91D3B39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B07A244-5A8F-4334-8A6B-AF48F8F7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C6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61BFEFB-113F-476D-9FD6-05A8E531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2296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E8BCF42-CB53-404C-8BC4-A4D478C4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2772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교회에서 가장 편한 공간은?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57BEF43-998A-49D4-B20C-A053FD26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229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8E36096-8853-4DF9-80BE-E97B0CE2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772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교회·공동체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C26B52E-3A39-4B4B-A459-EF6059BF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82296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498DA67-4FAA-4CC3-8707-6CA7E6D5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2772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⛪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FDE6F5C-3A6C-4263-B9A3-CA9B1C76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82296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2CEF26B-3A61-4D76-A230-4E888137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2772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라임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#A9D66F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8010333-DDB4-4BFA-A0AF-73FC2399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82296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C7F4C6B-57F8-43E9-8E46-B8F94310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82772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BE4E60D-357F-45CD-B0B7-A05B5A28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583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F6CD8D8-4A25-450C-B8B8-9D37CB07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059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C7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5126897-5901-4893-A5FB-7DDD84D5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2583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3238517-6E79-43EE-8DE9-54600E0D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3059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이번 주 감사했던 작은 일?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4AE519A-8340-43E9-BC30-653F8B6E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2583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8A67694-D3AB-4790-992A-545CF45D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93059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감사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D8F61AF-B799-47CA-A9BD-BD79923A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92583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4F9CA82-BFBB-47C8-B7B9-F0ACBC72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3059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🙏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C3421A6-E6D3-4E7B-98B7-DBCA0A90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92583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2FDDC5F-49DF-4E98-9A52-328CC87E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93059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민트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#63C7A7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A627FFB-F305-4F41-BFFD-156C8DFF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2583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9991504-1989-4EE9-BC56-99B371C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93059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B5304D7-F0D9-4D75-A86E-F8FE6393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08</a:t>
            </a:r>
          </a:p>
        </p:txBody>
      </p:sp>
    </p:spTree>
    <p:extLst>
      <p:ext uri="{BB962C8B-B14F-4D97-AF65-F5344CB8AC3E}">
        <p14:creationId xmlns:p14="http://schemas.microsoft.com/office/powerpoint/2010/main" val="11185206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04B70E9-3D83-4C97-B67F-26601E11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3 · 질문 체계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72EBD-34BF-458C-9C17-5183B2E7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세 보드에 공통으로 들어가는 질문 ·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95D2E-374D-4686-84B3-E58A7DD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공통 질문 13개는 세 게임판에 모두 들어가되 순서를 바꿉니다.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DC29A-A287-4E31-8888-D2ED1C3B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641E7-4CC3-4278-8AD2-DC411CF7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2F3DA-1CC1-49BA-B6B1-93C9B9EA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번호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4F190-C9E1-4B54-B8E0-BFED9577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955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EE751-FFFA-4448-950A-1AB5EDDE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33650"/>
            <a:ext cx="621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909B8-2941-4A7F-90C7-E0A5EAC0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031B7-F438-410B-A05E-5AAE36F8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7BE19-FD90-4184-9FB0-27C891D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955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861BA-3E01-4F5D-AB86-655F44D1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33650"/>
            <a:ext cx="923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이모지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2E306-A548-4A8E-9263-EA7EEF85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4955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F3371-1E4D-4E2A-8B20-BACBE9F4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2533650"/>
            <a:ext cx="1590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칸 색상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E9067-06F4-4002-9092-7E5F5C9C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24955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1BB89-C246-43B7-9367-4AAD48E4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25336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2EAA0-DAFA-485D-BA0C-E937F61D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43510-2F6A-4ECE-B25E-8368ABD6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C8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DED36-A113-4303-9449-C412EF2F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57C03D-A533-47B1-BF7D-4A8FD7E3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37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찬양팀에서 기대되는 순간은?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23E5B-DDCF-4269-ABB9-9ACE8EE8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861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0F10D3-809E-43E4-9411-FF2949A8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337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앞으로의 기대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45C9BD-6887-41B1-9182-94CE20C2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861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78C3B2-2B9C-4739-8532-66EEECC2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337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5CFD2D-CA46-437D-A9B7-8D088A65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0861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2DAFD-7A5D-4C9A-8B08-3DDD223F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1337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앰버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#F7C95C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BF1580-E40F-432A-AF25-EFFCE817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0861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A208E1-C675-4CD3-AF25-BAC07CDE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1337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4CB3CC-77D1-4E63-B92F-5DCDC500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CE641C-61B3-4B2D-86E5-906004F4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C9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9EC1E6-AAC1-48DA-AD2B-03843023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148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23244D-2F16-4594-AC3A-A5682308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하루 동안 초능력을 쓴다면?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FEFFA1-9E23-4610-9D41-C5E3A62C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58846-333D-44AA-91B5-1071D7E4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624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상상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7C5130-CB47-4734-8F87-A84BD62A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148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E2A334-6CAB-407D-9B63-0233966F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624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5B4E36-771A-431F-BB5E-87677D55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1148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B21A63-E65C-478A-9ED3-89A3D7CA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1624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보라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#8168C5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69DB1F-9949-4DF1-ACDC-318A5915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1148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73125F-002A-424E-9788-9DFD24A1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1624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912839-7F66-4C56-8656-EF88F686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906D9B-BE5D-4B23-9CF0-A0763DC3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C10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534F32-BB8A-408B-B626-CF901CD5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435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27179E-FD8B-4B04-BD28-BE435BE4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911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힘날 때 먹고 싶은 음식은?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8A8139-4841-42D8-A5C7-B7128E64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435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916951-5B54-4793-BB33-66B8F275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취향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6D5923-93D7-4981-8CA1-6AB30BC7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E59C56-1EBB-40D3-B73B-1D6C0E3E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911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3CD87A-C0C9-49E2-9FDC-6967C431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1435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3B966C-DFFA-416E-BE7F-CBD49E9D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1911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코랄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#FF7B73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3AB6086-86EE-4B7B-9F5D-92255F96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1435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3EC8A6-56E3-4430-98B6-70228988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1911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5BC21E-C566-4F43-BECD-D28BA85D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765CC2-C2F3-4899-B7AC-80F5D002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198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C11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41381A-DA74-49C6-8731-9DC4EF20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722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1D7656-D5C7-4DD2-AC9E-52B3E2BC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198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친구에게 기억되고 싶은 내 모습은?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6EC36A-8CA0-4C7B-8364-77072E84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722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24448C-BB15-4EC9-B327-CCE40CC2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2198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관계·강점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7509BE-D911-4F23-A825-A432D772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1722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8434DC-0B3A-4C43-88A8-7665B2A8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198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014D33-7FF9-4819-BD65-1923829E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1722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28036D-5B8E-40A2-8C4D-55ADA893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198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하늘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#55C2E6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F6C367D-C362-4C76-B0A9-B75B26A5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61722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606570-7DCF-421C-902A-37EAE2EB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2198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924D0BA-3731-4054-B3A6-9DCED371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009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F31C99-8F4B-4360-99FF-10F3C66F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485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C12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032807-E3DB-4840-A10A-C3A95970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2009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4A0972-7FC0-4C64-A1B9-86CFBBDA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485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최근 나를 웃게 한 일은?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1507E7E-8DD9-4DC2-B5C2-224FFCF9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2009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0F04256-8C86-4D7B-8202-70A8364D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2485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일상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DC06B29-CEF8-4CDB-BEB4-2121B77A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2009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601ABF-C7D3-47C2-B889-9FEFE8C9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2485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4FBF5BD-974D-4362-83AE-A0085F13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72009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33E4144-6A3B-4F8F-9DEF-AA6817F0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2485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라임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#A9D66F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4E4D682-9C99-493F-AB3F-B5E6EFD5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72009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945932-C9A5-413E-9361-08CB56EF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2485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DA6888-FA8D-4F86-B5B3-7F7852DA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58B151-A225-4074-B735-F7677D3A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C13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839C550-C3DD-4B0D-9477-FEEC899E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2296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581A8E-62D7-4521-8FA8-7765CD92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2772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지금 새로 배우고 싶은 것은?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540D5C-EB32-4C85-8172-D4BBB6BA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229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09A3BFD-DC0A-4223-A68D-95421609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772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성장·기대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9F04473-B27D-4BC1-A629-B18FBC21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82296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7D9A8C2-FF38-4583-9C2E-60CABAE2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2772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🧩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CCA0128-3BDE-470A-A289-6CAC0E83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82296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F18B315-28A3-46AD-832C-A4D9A8ED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2772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핑크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#E777AE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40956AD-7314-4E63-9802-4250BAD3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82296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6F97A1F-4CB7-4C96-B268-BB22D6DE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82772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3EEA94A-DD55-4A79-A898-DE341DB2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09</a:t>
            </a:r>
          </a:p>
        </p:txBody>
      </p:sp>
    </p:spTree>
    <p:extLst>
      <p:ext uri="{BB962C8B-B14F-4D97-AF65-F5344CB8AC3E}">
        <p14:creationId xmlns:p14="http://schemas.microsoft.com/office/powerpoint/2010/main" val="5926791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6720951-D0F9-457C-89AE-3EDE3CE9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3 · 질문 체계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DDAA2-A6BA-4BF8-ABEE-75DE4747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1라운드 고유 질문 ·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2366F-10AC-4704-A23E-1363BFA6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첫인사와 취향을 중심으로 부담 없이 웃고 답합니다.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C6199-4D5E-455A-8A15-BA0BA7A5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9B6CA-C073-47B0-8620-F480CECA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E2E2B-056E-4A77-B62E-26808B36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번호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B6886-9391-405B-B492-CE04F5BF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955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5CDBD-3FBC-4425-A8C0-B5CC7327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33650"/>
            <a:ext cx="621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CF792-C7EE-42EA-9986-684F0D76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10C45-B1B5-4CAF-92C0-01B36A6D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0DEC5-F95D-4FCC-8DB1-BA8C8918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955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BEF2E-1272-4A65-A3DB-D649F8EA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33650"/>
            <a:ext cx="923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이모지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353C6-A383-441E-85D6-C7978C16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4955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AB867-20B3-4851-A2A7-2AF7D1EF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2533650"/>
            <a:ext cx="1590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칸 색상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A3CB2-CA31-4DB3-95AC-8C3ED99A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24955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0EAA7-ED22-4279-8E16-3B368680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25336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4465F-E059-4796-A3FD-D681594E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B2C41-CB10-445C-8E0C-A9FD231B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R1-1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77BAF9-C990-46AA-BAB4-CFCDA880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B4C09-2DC2-474E-B035-EFAB9275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37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세 시간 자유라면 가장 먼저 할 일?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91B7C-88DC-4304-9B5F-28C25082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861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7C13D-BCAC-4C36-B7F0-41D03D93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337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그룹핑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D6AF5-8CA8-4E23-9FBB-EC0B563E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861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7EC899-58E1-4283-8697-0C9F6018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337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520CF7-C688-4C55-9FF1-D5C06482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0861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0C0751-EE4B-4F6C-906B-91EDAD67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1337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하늘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#55C2E6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21ADEA-8A2F-4162-9D7E-C65F57FE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0861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0D51DA-5B42-4F87-91F6-0F13D1DF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1337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1차 선택과 연결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6BAA12-7017-44C7-B207-925B2392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50DAC5-5A7F-48C1-80CC-59D6F02B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R1-2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BC543E-39C3-4FF2-B3A4-446D205C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148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A2F386-F525-43A9-BA72-2CB36893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내 선택의 최고의 장점은?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E7D026-03A3-4057-9009-8BCDBCA2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ABE7BE-530F-446A-9FA0-2F85C2F4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624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그룹핑 연결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9EBD27-0ABB-4F9A-AA86-B43B3198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148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316443-02D8-43E2-BAFF-F850A6D0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624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6CC34D-A27B-4051-B407-91F857BC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1148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92F687-D7DD-41B4-A7BC-69D339EC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1624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앰버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#F7C95C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D97E83-61C2-4538-835B-10A8668F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1148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23EA5E-6D7B-4A4D-A71B-1420933E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1624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1차 선택과 연결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E470A0-4A5C-41A3-BAFB-71D75715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32BE2A-884F-4AC7-8610-A1767461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R1-3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34D274-0ADB-4828-94B1-7605AFD0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435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2DAB62-0E78-4212-8D32-02740F40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911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편의점 최애 조합은?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9834B0-571B-4BCD-8EEF-21D37CAB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435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A7E865-79D4-488E-B853-1040396A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음식·취향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E6D3AD-72F8-4D00-B8A1-EE6448A0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DA6542-9B34-42CB-A6F2-A64A5303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911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🏪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3BEA34-D146-447C-B90D-01D58288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1435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DB3C59-0CE4-46DF-845A-6DE4D398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1911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코랄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#FF7B73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C968F3-0B6D-4DE2-AF9D-C97F1693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1435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7C99E3-87AD-4B30-A0F9-8E838E54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1911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D89304-1342-4AFA-B0F1-06DD4A09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459346-FC32-47D2-B2F9-18A55BCE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198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R1-4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928499-E5A0-41C2-87C9-049ED012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722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C17707-22C2-42E1-9CED-E73DB53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198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아침형과 밤형 중 나는? 왜?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31F377-EFC5-49D5-B993-1A883F81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722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E664EE-A517-42CB-9A4C-1418AA79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2198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생활·취향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AE8825-B551-4EAB-9011-2AB1C8C3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1722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D02F33-1E37-4751-8FE6-E62EE40C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198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🌙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70F9CAC-DD46-4E8B-A860-003BC0B6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1722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56E81E-4951-48F5-AF5E-C68BE47F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198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보라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#8168C5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4895BA-CF2F-4AF4-9AE2-494EF925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61722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FEBADAE-DF54-4C92-A1E4-73E549BC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2198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4241F7-D392-471E-AD71-4D69D044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009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0462DF-E617-492D-B921-1BF42C1A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485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R1-5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CDC270-FDA0-4B1E-957D-73EC8B26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2009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FD481D4-10AF-4FB8-9116-07A5A93A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485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하루만 살고 싶은 계절은?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A59FB50-D21C-4216-8ADF-F1F33099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2009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C1DC47-C09F-45F8-8782-4FD5CE35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2485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취향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697B66-D245-4E2D-95F9-4354B574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2009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D4BF618-DD80-4D81-9A44-E1F63BE7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2485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🌤️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4A0D8B-D1F6-4D49-9C07-AB575820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72009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0174DA4-D721-4D20-8A1B-46D10E58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2485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하늘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#55C2E6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DC3E7A3-3A68-40F8-92B8-CE14F32A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72009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53C7A0F-973B-4250-B85F-DA70AE5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2485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ADD9E31-EAB3-4E3C-9960-0502DD88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F536093-AD15-4D16-B00C-8C667E81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R1-6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BF2C95B-8233-42B6-8796-9BA14134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2296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31662B-C3CF-4099-AD89-9983D8B1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2772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나를 동물로 표현한다면?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12D1F76-5B61-4241-A6A8-6E402002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229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9C6A747-A7E0-4795-9533-5276867B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772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상상·자기소개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B4D4986-3FD0-473C-87CC-1C626594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82296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9782042-19A0-4419-915A-333BC019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2772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🐾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7299A4F-6D63-4E62-8553-96ACF42D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82296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BC018C9-868A-476F-AD6F-063BA3CE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2772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라임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#A9D66F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B9BFE86-126C-4483-8BC3-FC73F3B5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82296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72089A9-FB63-40C1-9DDC-025C8DA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82772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CC2AFB0-8B22-4F1A-9D72-B89EB0D3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583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8BF6C71-698C-495D-9BF5-21F5A901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059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R1-7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78F337E-CB03-443F-B0CA-BD103186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2583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F01815D-94B4-4DCD-8868-B921217E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3059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최근 가장 많이 쓴 이모지는?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AF5CEA7-5AB1-4432-A62E-BA0D5D7F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2583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4CB5BC2-4276-4154-9EE0-BD3704F4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93059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일상·재미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9DF4BD7-4F7C-4D15-BF1D-D878E4C2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92583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773E5A9-F752-47B2-8AA5-FAB8E4E2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3059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😂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61E4834-3B9D-4697-AAE0-0F6A00F3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92583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01949C6-FCDF-4E23-A97B-88488C5B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93059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핑크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#E777AE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738ABE6-CE7C-48C4-9956-57EA7855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2583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25D5F3F-C1A8-4AA7-92B9-81BE83C3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93059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6B9697-6403-4199-8984-220AC025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10</a:t>
            </a:r>
          </a:p>
        </p:txBody>
      </p:sp>
    </p:spTree>
    <p:extLst>
      <p:ext uri="{BB962C8B-B14F-4D97-AF65-F5344CB8AC3E}">
        <p14:creationId xmlns:p14="http://schemas.microsoft.com/office/powerpoint/2010/main" val="11397676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35FBC04-00E4-4023-8CC5-593E021A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3 · 질문 체계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910E3-111A-4D9D-90EE-C6FDB094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1라운드 고유 질문 ·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DEC7F-19B6-4183-B8C4-A0FDDABD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그룹핑 연결 질문 2개를 포함한 고유 질문 14개입니다.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DEA90-09BA-4A7D-9082-B3782481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E2FF6-E3DF-44BD-84D9-E0257999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0D170-2AE3-4F7A-B802-87454735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번호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A65B8-2AE2-4F30-8436-921059E1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955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9545C-CDF2-4BE7-885F-FD5C6465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33650"/>
            <a:ext cx="621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BEC07-0D02-412A-BF0E-E6981B40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B051B-4F6E-4088-AEFF-C9EBF17C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1AAC1-099A-4756-BAF7-ACE56DA2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955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E8148-1AC4-4CD5-8831-AF1C1363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33650"/>
            <a:ext cx="923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이모지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15813-C328-4624-8A7D-3DAF3629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4955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2105A-2527-466D-A751-2E6F80FF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2533650"/>
            <a:ext cx="1590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칸 색상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9FE74-AE32-4D2D-BCE4-3010FD87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24955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5D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97169-138D-458F-8B01-68135463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25336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C4EAA-79D4-411D-AA97-94648303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725BC-695A-4154-BC43-6322D042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R1-8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45F77-A62B-4969-88D9-267FBF6C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A95F8-CE1D-4D9D-8AD1-3EE316E4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37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여행 갈 때 꼭 챙기는 것은?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CB42B-63A3-4BB5-B06F-8CF931F4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861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DAA7D-A17B-4635-A3E5-FC561120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337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취향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B5FA3-8DFA-45EF-BC95-D2E2E072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861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15139-C634-4F57-B649-031248FA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337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4CB3F5-899D-49E5-8B55-5EFC912D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0861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336E95-2DAF-4599-87F5-7A41E0FF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1337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민트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#63C7A7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F719EF-8D72-4AC8-B1F8-84AFA135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0861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8A10FF-9BE6-40A5-A8EF-98C2200A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1337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161592-B6AB-45F5-BACA-DC0EDAEA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BD2F90-51CF-48A5-B89E-9F593E97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R1-9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61EA80-8C98-42F0-AD5D-1BCB3A3E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148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3B4CD3-F2FF-49D9-9149-C60D7C15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급식에 꼭 나왔으면 하는 메뉴?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BA4ACB-51CB-4B29-8F86-09DEF2C0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2597E7-FC54-4746-8CA0-B72DCF92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624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학교·음식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CA5C41-7DE3-4E69-9592-1579FB1A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148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AC0657-99A7-45E7-BD6C-98C30013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624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C1B76A-4255-49DC-AF01-0091EB46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1148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6D4EFB-FE05-4579-B107-33341E00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1624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앰버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#F7C95C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95111C-034F-49C5-A0B6-3192EB36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1148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1E008A-8566-48FA-B20C-68E6F70F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1624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DB88E8-8A25-45B3-A893-9C3CF030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C93006-8D0D-4CC1-A543-CCCD14AC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R1-10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3DC955-83C9-449E-BB12-FA9E785E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435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CC6AEA-C35C-4C56-A081-128E5101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911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노래방 첫 곡으로 고를 노래?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78DF1C-49F9-472B-A062-A32806A1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435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A6407D-7275-4954-8479-9BB6CBA0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음악·취향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9EB9EE-F242-44BB-9DFD-B71336E6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78813D-7414-4062-8319-A82E6AC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911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0CF1AB-0F9F-403B-B32F-2382B51E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1435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A0DD7F-6589-40FF-8409-AE93194D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1911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블루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#5C87E6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34C176-17D0-4E6D-BCDC-C785B496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1435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7C7173-3E16-4C99-A2CB-DC0206F0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1911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99E63D-C824-4596-A2F9-5EDB5760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A8F3EF-A3E9-44BE-8AE5-6D583A66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198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R1-11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97A34F-5025-42DB-981E-BFF0FC56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722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706170-3036-430D-ACE8-00C756CD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198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교실에서 좋아하는 자리는? 왜?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E37CA98-B1ED-4984-8403-2EE22C73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722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99C3D8-8CC1-4F91-A25C-79391A58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2198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학교·취향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06FE02E-303E-4B24-A363-3358A60B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1722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2AA760-F212-4DF0-9FCF-B03A8D05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198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🪟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71661EC-69F0-4EFE-9884-03FF3245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1722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83ED49-004D-4190-84C0-1D6948EC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198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하늘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#55C2E6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0746D5D-1392-42AD-A0A9-E26E2C2D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61722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295031-ED89-496B-AC9B-CDAFF19E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2198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FB7CCE-27DC-4EF4-9DD6-88E68CB3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009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E86071C-7201-4904-80A9-91D5359E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485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R1-12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D69A674-0836-468F-90B0-76E9E01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2009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3B5A1F6-1C9D-4EFE-9362-6E9A03AE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485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투명인간이 되면 해볼 일?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86B47B3-E21E-4068-BF25-E72402E9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2009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23447E1-B8FB-44AB-941B-D0AC85C3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2485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상상·재미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E07EF6C-F47A-40E4-8E2E-B6EF6844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2009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5DA4B09-AEFA-4608-A252-D56E927D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2485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👻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92EEB16-AC02-4519-97C0-85A47439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72009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E3EDE12-AB05-4E6F-B863-D098395F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2485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보라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#8168C5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DAE04FA-EA50-488B-A0D1-D47DD0BE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72009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7FA2271-6670-4737-8D19-80861D12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2485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F148D92-BE28-4A3A-85C8-FD0385E8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DFDB6B6-A084-46B4-96B5-8C616100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R1-13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0E52F22-35C6-4534-AB0B-1269A651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2296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1DD06B6-7913-4FA1-BC8C-EEB330A2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2772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내가 만드는 휴일의 이름은?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8E63BE2-7C7C-4DCF-9592-FF3F23E5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229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60D0FAE-1B48-4518-82D9-03E6D1DF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772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상상·창의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2794018-3146-4507-A510-5DDB39DF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82296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EB3EC20-CE94-4FBB-8581-984E531B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2772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📅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A2FB326-F4C2-4528-A41E-C64E805D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82296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9DE0F29-9AE0-4EA3-88EC-19706C15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2772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코랄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#FF7B73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477C40C-0135-4A2A-9BF3-8D565E2A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82296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4B1B5C6-CCE3-4EBE-B307-0DE9D839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82772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7932C65-2E95-4185-918E-C93E3092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583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6564DC2-8CCB-4402-ACE1-B1185E19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059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R1-14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ECB4FE0-6D5C-4C40-B405-DFAAB24D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2583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811ECC3-FE1B-4ADD-83E9-A62BBF4F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3059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단체 사진에서 자주 서는 위치?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08449D9-1841-429D-9FF2-58FF0D42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2583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0564E00-EB44-4147-ABD8-BACC8665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93059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일상·취향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84439EA-17B2-4A85-B108-BCA44084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92583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06D2D30-08CF-4236-8923-31C336F0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3059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📸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686B0B8-0F90-40F1-84A5-286B500B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92583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EC27DD5-FE91-49A4-A65E-5406715A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93059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라임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#A9D66F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86EBE02-C510-4135-9E22-50A3AFC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2583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C29BDB1-0A99-45C4-A1FF-5F71CC9B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93059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967E9EF-E1E3-412E-AAFE-45C6288E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11</a:t>
            </a:r>
          </a:p>
        </p:txBody>
      </p:sp>
    </p:spTree>
    <p:extLst>
      <p:ext uri="{BB962C8B-B14F-4D97-AF65-F5344CB8AC3E}">
        <p14:creationId xmlns:p14="http://schemas.microsoft.com/office/powerpoint/2010/main" val="21422451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7460938-38DF-43F4-9F73-EB34DA23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3 · 질문 체계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9125B-6F70-40A0-8D01-E6EBE7E2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2라운드 고유 질문 ·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3FB68-241D-4F25-9308-A1D8CAA8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음악·찬양·협력과 관계를 중심으로 함께하는 방식을 발견합니다.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E4B10-2C4E-46E3-843E-4452D5B0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F6846-5404-404F-B7EA-FB0A980C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60CB6-FAF9-4974-AFC7-35F87A9C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번호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0AF15-C128-4F17-8252-82AF6D73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955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D2E48-1726-41CD-9FB0-F3390164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33650"/>
            <a:ext cx="621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875D7-7F38-4F28-A3E2-2357F47B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124F3-7123-4A17-AF44-6085FEC3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8EC2D-9917-4070-8CEA-F660DFC2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955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0C2CA-DA88-4F6A-9788-32BDC40D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33650"/>
            <a:ext cx="923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이모지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19E02-4061-47E6-8D3D-F37C7A64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4955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2C547-7DEC-46FF-BFFB-A5E52C9D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2533650"/>
            <a:ext cx="1590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칸 색상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9889DB-8FCE-418B-8427-944C9301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24955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923EA-EAEE-4B85-B8E1-F9331F7C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25336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23309-98E4-4A75-84B5-4FCD28F0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1EE16-3DA7-4232-9318-CD791E80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R2-1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2D067-74C2-4F73-AA6E-8C72565D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ED9A8-201B-4535-B515-0FDE370C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37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우리 선택 역할의 강점은?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F102E-A046-4984-8E95-FF5245F6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861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91A3B-99D6-4A16-B897-DA5418BB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337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그룹핑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80360B-1256-4008-9AD0-9942B885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861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A3FA4-82F0-4AF7-AD44-3774EC6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337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06202-4F46-4FD7-929F-2FC443D1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0861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207EC9-71C0-447B-B087-1E2AC0F6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1337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라임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#A9D66F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831995-1F09-4CC3-8812-94ED6506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0861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991669-FFCB-4DFF-AEA3-D121DC21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1337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2차 선택과 연결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F56C75-97A9-4D94-BBF2-80E60B52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7EA403-D150-417B-845D-74CBB8C3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R2-2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BB031F-ACD4-4CDC-9901-6FBB86CA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148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ED68B-AFEC-49D3-A9E9-6D44BE63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다른 역할과 만나면 생길 시너지는?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AA2865-27A7-4B4D-83EA-8EA5EF96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74343C-4FA7-4B8C-8647-B82765FD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624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그룹핑 연결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3F38ED-1FD9-4E56-878A-BE1E274C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148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8D2B0E-C990-4F5A-AD93-AD9B8057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624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14C991-829F-4967-8CA4-6D237116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1148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ACFC64-CB86-4BCF-AD73-7E334E96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1624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앰버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#F7C95C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A5048E-DB7A-4B4D-8CC8-CD7A263D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1148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09E531-EBB0-46E8-A18F-28171FBD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1624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2차 선택과 연결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F057E1-C1CF-4201-9218-497B74C6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59E94B-2BB9-4304-B553-42ABBDE4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R2-3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B735E1-7A0F-457F-A12D-1045A569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435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7058BE-33F2-4D40-A34A-46BC1C77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911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가장 좋아하는 악기 소리는?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4744B8-C1FB-4276-B0B7-D0931189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435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A34C61-9D09-4A86-8CDC-D0DD78BF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음악·취향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C063F3-9445-4112-828F-FE7771BB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5DEB70-114A-4C8A-937B-D50951D5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911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446C21-A78F-452A-A35A-DD86EC80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1435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CF33BB-30C6-4DF8-869C-1AB1F0F4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1911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블루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#5C87E6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656062-25EA-481E-929B-868F4E8A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1435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32ABCF-9E4C-448E-96B6-7F42E160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1911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91E030-4264-42D8-88D0-F05BAD3F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B4C0E4-10E5-4513-8B12-B1A6F20F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198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R2-4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9D73FA-4F38-40F2-898A-33CD5B49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722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B446FD4-28D6-4B08-AFAE-EF86A81C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198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요즘 가장 가보고 싶은 곳은?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674470-567C-4D5B-A420-15363F49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722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7FFB13-9F56-49EF-8416-9049A473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2198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여행·취향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47C578-8749-451F-9843-982A509F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1722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1325E1-3BDF-4B0C-9EBB-AEC4A768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198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🗺️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D96191-315C-4282-A50F-371520A2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1722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BF8C5D-A53C-42BA-9726-0EEB3D3A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198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핑크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#E777AE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968BB3D-84A7-411D-B1B7-9BE0FD32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61722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054069-6F9B-4CAA-B372-37E047C2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2198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C8A934-81E1-43D5-A150-5869F21D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009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16A1E8D-67F9-4613-84B7-B8CBD39E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485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R2-5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56AF5AD-9D7D-47F2-9D28-5733816A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2009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18E816-3E11-4EF1-90DE-86200466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485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팀이 지칠 때 분위기를 살리는 방법은?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3972BAF-0212-40A1-BEA8-1547F3A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2009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EBAAB08-CF4D-40E9-965F-0FA92845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2485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협력·배려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22E61A6-4E68-4209-93E2-A8200B7C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2009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602FFA-785C-4891-BD18-36CADBC2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2485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B8FCC14-DFEA-4770-B7D0-103FB38E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72009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CCF25E0-E9AB-4F8F-9417-03D9314B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2485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코랄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#FF7B73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12C645B-8844-43D0-9928-9E196B5E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72009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93BAC7D-0CE5-42B2-8189-5379053D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2485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09395B-20F7-4BFA-89C3-667B763F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F337C95-7B82-44DE-92EE-3D46D3FE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R2-6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09A5582-9705-491B-A9F0-BEACB9AF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2296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0A9358E-A571-42B1-9B62-A8870610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2772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좋은 찬양팀원이 될 수 있도록 내가 할 수 있는 것 한 가지?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46BCB09-CB2A-4E6F-9B8A-8D89C936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229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1382D43-F119-48AF-A2D3-1D469444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772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태도·실천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E73D627-78FF-4D46-B8FE-00581D7E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82296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9809F2B-0859-44E6-BBEA-15DF207C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2772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🙋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D83F5B6-20EB-4B98-A081-EA195377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82296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8669EF-88E7-4375-96D6-F36927A5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2772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민트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#63C7A7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1D51514-BBED-45A1-9881-1DAF6BD1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82296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858C322-E73C-4CC6-932A-5D0D623D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82772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CA5AF10-B9BF-482A-AD0F-A5AFFD33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583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2B2FFFE-0863-4F2F-9C9F-88F57101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059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R2-7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E3FD1D2-5117-4229-B7C1-A74AEF0F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2583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E561EA6-76E6-45AB-BDAC-F3B904BE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3059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우리 팀만의 구호를 만든다면?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DEB5494-B500-4952-99BC-A7C32A1F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2583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6B391D4-2A00-4EDD-9DCC-A27D4A05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93059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재미·팀워크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385D2E-DAC6-4B2E-8063-EE16CE88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92583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F3C8114-77D5-4388-84FF-0075BE04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3059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📣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34C8E49-63A6-4FC8-BAD7-78B55BFA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92583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91B1ADE-56A7-4914-B668-34BF24BF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93059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하늘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#55C2E6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2EC4E9B-4B7E-48E0-9066-A215F370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2583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48E74A6-FFA2-4A6E-AF4F-D5D4303F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93059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FBDA1BF-4B1E-494C-9C32-26B6A7BD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12</a:t>
            </a:r>
          </a:p>
        </p:txBody>
      </p:sp>
    </p:spTree>
    <p:extLst>
      <p:ext uri="{BB962C8B-B14F-4D97-AF65-F5344CB8AC3E}">
        <p14:creationId xmlns:p14="http://schemas.microsoft.com/office/powerpoint/2010/main" val="8292971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CC6F2E6-54A7-4A7E-9CBC-B1D30A43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3 · 질문 체계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64FEB-0F9D-405A-8542-BA470B87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2라운드 고유 질문 ·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E2800-2303-406A-AABE-A628F7C5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경험이 없는 신입생도 ‘해보고 싶은 것’으로 답할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42088-9534-4036-88D6-5A37BD57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073F1-168C-430F-A64B-429697D4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22DAB-62C5-4C58-BEC0-2561BD4E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번호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47AA1-1186-46EA-8CDA-2F234249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955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9A607-C4E5-4FDE-B956-8B7CD948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33650"/>
            <a:ext cx="621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83A1A-1DE4-4D37-B741-AA6B9011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3CD15-31C9-4580-9876-FFFC3437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158C5-7DD3-4279-AFA6-47710181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955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33F28-F6D6-4EE9-84B7-7719A379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33650"/>
            <a:ext cx="923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이모지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99D56-79E0-4CA6-BE55-79E71FD8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4955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CFA80-BB0A-4874-A5DE-6EE2A2D8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2533650"/>
            <a:ext cx="1590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칸 색상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B7E5E-F2C4-45DB-A459-93070D1E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24955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D9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7FD599-F1F9-498B-9D09-4B161287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25336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74B5A-DD8D-4923-8BFD-F08C5EE1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689CF-613E-4AD7-9C8B-A5F61E5E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R2-8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438DC-F600-415E-B4B1-D1DF9B0D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F2929-3C5C-473B-A8E9-377842C3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37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처음 만난 사람과 친해지는 나만의 방법은?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FC760-1574-426D-8D94-1FFC2641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861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7E20F-AC7E-478C-B037-3EF2C5A7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337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관계·친교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7E62C-6200-4F65-893C-04A2A1CB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861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947B7A-142E-405A-BDF5-4864C2C1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337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698D7C-A437-418C-AA4D-60BC2B68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0861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6E3C6E-E18C-43DE-919F-D656E53E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1337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보라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#8168C5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BC6BB4-5B79-4A9E-A493-8FBCC94F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0861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938167-DA85-4E9C-8058-F8F701A5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1337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3D9F14-1F99-4656-9AE5-8187746F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DBF198-4D15-4D56-BD4A-921E8FDA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R2-9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BA7DEA-F1D1-4D75-99F6-4E62B329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148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2EE6C6-AC44-4C58-BFC2-129E8D9A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친구에게 추천할 찬양 한 곡?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5CB22A-BAED-4D73-8208-3B9FA91B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DD20E3-DA0A-4EB7-AFE7-CEEA0865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624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찬양·추천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FD32EA-692D-4D6B-9C39-981BEB2D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148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56CF5C-5993-4BD2-B34E-BFE21565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624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CFAB2B-AD94-4B01-9D43-8B976BC0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1148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CD9CC7-56A1-4CD7-87B2-BD7DB6BF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1624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앰버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#F7C95C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D7CB0D-9B12-4169-85F8-B560C962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1148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EFE7B5-6619-463F-85E8-22E5FBA5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1624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6C3C41-6719-4764-BB74-5E0D87A2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8548B3-E928-4161-9088-A2ED9774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R2-10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F900FA-2303-42AB-BF41-FF2520FA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435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37CBD0-0098-48A8-8E22-B0A9D858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911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좋아하는 노래의 킬링 포인트?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F0AF82-AAE3-44C7-9B62-0BC39B91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435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A3FAB9-7EE7-4DDE-95C5-FD5CF8C7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음악·감상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9C9289-B1E8-48EC-9E00-9156F0EA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B6F35C-52D0-4040-8385-4DE1FFEA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911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BE2903-31B4-4DA9-A49F-C1A519B2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1435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07E286-887E-4670-9F3C-82015607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1911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코랄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#FF7B73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7466A7-973B-4E50-B451-118B72F0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1435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0F4D7D-0926-452D-86A1-2C706667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1911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159219-C54A-49DC-8840-F5950517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4183C1-E587-4C6F-9330-44A9D065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198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R2-11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6233C2-C513-4687-AD3C-018794F9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722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AFDC61-F668-4F60-843C-08A120F5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198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찬양팀에서 새롭게 도전해 보고 싶은 것은?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EEE4BA-58EF-46B6-AF7D-A35BE723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722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E34F9B-D3F9-467B-9CD2-8377218D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2198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성장·도전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A5C3612-A000-4897-8B75-198A0E49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1722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154E702-9608-4ECA-A259-366A121C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198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🚩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F7DB51-60E0-466F-8237-558E5983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1722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018C35-0D28-47D9-BE49-8B6F6821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198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라임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#A9D66F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17D211B-0BCF-4FF5-9811-8E736F54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61722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F3A4759-E2EA-4968-BBD8-122BB268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2198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22787D4-41BF-4794-B39F-7C4DA73D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009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4A7E6A6-CD7C-4259-AE37-EE176516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485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R2-12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6B9FD72-852C-48C2-AA52-899A6964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2009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DF87A6-D1D0-42DC-B42F-6DE5C19D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485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찬양팀에서 서로 꼭 챙겨주면 좋은 것은?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2A1F12A-B489-41B1-BCEC-68BCB89D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2009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B5A59A-FDAA-4CD8-84B0-7993ECAC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2485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협력·배려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B5ECED-B3AA-4BCE-A995-A4D2680D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2009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2F55803-EF99-4C5A-8E0F-E3EF44D5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2485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🧡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687A518-5B46-43F9-B6C9-4C95F554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72009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F0A70E5-9509-49DB-AAEB-D9758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2485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블루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#5C87E6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2A7F0CA-8F5C-4CD3-85E6-0D1C2DA4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72009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6CE4D5-D086-45D7-B636-21C3EE6D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2485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5E3B646-CCA0-4611-A01F-BEA8DBFE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4891917-5389-41AF-A452-07BDB8E2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R2-13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B808F95-2736-4C58-8A8D-3DCE2EBC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2296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94DA50A-1B2E-41DB-B8CC-6C398947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2772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긴장할 때 도움이 되는 행동은?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BE8BB4E-766E-46D8-B4C1-B962B70B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229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0E6D1E7-21F0-490C-955D-5E8C5986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772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자기이해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D8B1A73-1119-4FA5-9BF8-530881A8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82296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0E07C31-0F46-4C89-8016-2A89BA47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2772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🌬️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5C642D3-A141-4653-909D-13FAF35A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82296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6E6A680-F172-4D0C-BBCD-16BC348B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2772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하늘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#55C2E6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98DA847-F366-46F6-9676-19AA7EC7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82296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F756006-C253-4AC1-8AD1-0146F380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82772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1CD8338-CA42-444A-86F4-EF3C9A85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583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112AE0A-2174-4257-A55D-6C9F9118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059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7D9B"/>
                </a:solidFill>
                <a:latin typeface="Apple SD Gothic Neo"/>
                <a:ea typeface="Apple SD Gothic Neo"/>
                <a:cs typeface="Apple SD Gothic Neo"/>
              </a:rPr>
              <a:t>R2-14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A38A4F0-038B-4040-B17D-8324EFC6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2583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57CFCA6-821C-4FA8-920E-429565DC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3059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모임 끝나고 함께 하고 싶은 것은?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4B3DDE3-BCA0-416E-A791-28C7E966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2583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C9A35DB-6280-4208-859D-2C5D178F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93059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관계·친교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082E03C-170E-467B-9D15-999820BE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92583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6F0169B-BD42-46F1-883B-963A6C47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3059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🍕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E78C00F-D2A6-4D24-8D9C-8457675F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92583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F8C614E-78E2-44DC-BBB9-39677D78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93059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핑크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#E777AE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F1CE29D-B141-43DD-AC63-D3D037A1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2583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B3A7954-E692-41BA-AB5F-3706B345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93059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B519AAF-CD86-4AA5-94A5-5FC6AA91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13</a:t>
            </a:r>
          </a:p>
        </p:txBody>
      </p:sp>
    </p:spTree>
    <p:extLst>
      <p:ext uri="{BB962C8B-B14F-4D97-AF65-F5344CB8AC3E}">
        <p14:creationId xmlns:p14="http://schemas.microsoft.com/office/powerpoint/2010/main" val="3643460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F1F626E-A144-411D-A87A-3559C7C2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3 · 질문 체계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4E9AC-820D-4C75-AF9C-1E271FF3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3라운드 고유 질문 · 1/2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8173B-754A-44D7-89A7-C7752C6C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가치·성장·감사로 한 단계 깊어지되 무거운 고백은 요구하지 않습니다.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FFCC9-B109-4205-801D-14B1B3FB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DA2BA-EE26-42F9-8263-1CDAE41C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B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FC5C5-9B54-4C4E-81A4-2C552AED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번호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95545-FF16-4277-B208-D810734B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955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B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A5C8A-556C-486D-846C-80DC599D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33650"/>
            <a:ext cx="621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D487F-DCB0-4D8C-9082-65E5C666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B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6B796-919A-4434-BD10-F2E01B6C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FDA2E-1A09-4E27-B9B4-992C6744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955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B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8A822-31AA-43A5-90D9-05D3ED6F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33650"/>
            <a:ext cx="923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이모지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83116-C154-4F14-B4CA-B60FDFA7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4955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B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464DB-C916-4A2C-AFF2-99A46104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2533650"/>
            <a:ext cx="1590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칸 색상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1F02F-8907-4231-884F-A1407B27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24955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B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F94E4-7435-4607-A7C5-068183FB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25336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6363F-FE87-47FF-A380-FD033DF5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2B990-1866-445A-AACB-52505DAC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rPr>
              <a:t>R3-1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CD592-D220-4E36-ABB0-B3BE6ECD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97514-FC31-472C-8E2D-ED7CA9A8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37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내가 고른 응원을 언제 듣고 싶나?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B2292-E33B-473B-850E-59E3DAFD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861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F8608-0CA7-4207-B489-FE17264A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337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그룹핑 연결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73470F-52A0-407A-A093-8EBE576A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861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F3961-2004-4FEB-8AB1-D3B26E1E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337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4F7F3F-E4A9-4346-AAB0-9E3353A1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0861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22EC03-2AF2-4976-BCE6-E6E25471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1337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앰버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#F7C95C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1A00B8-CD4F-4C6D-B656-52F6AEE4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0861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4B8AA-BD39-47D0-A752-58C01347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1337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3차 선택과 연결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AB7AF3-2415-44A8-BD53-B4932455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3975F-7922-4DDD-8BAC-3AC577B2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rPr>
              <a:t>R3-2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5949F0-5949-4583-815A-C147DE26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148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2C322-563A-4811-8E1C-E24C818F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나도 다른 사람에게 건네고 싶은 응원은?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341FFD-E519-475F-9D60-71A261B4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ACE774-F4A2-4ED9-9046-E5F45CBC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624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그룹핑 연결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073000-A62E-4A0D-95F7-1B73867F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148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940F31-CEF3-473F-AFC9-65BBCFC4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624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CA1D9C-5298-4EFE-B5A5-AE2F4B9D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1148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EB73B9-910D-4553-B25F-93F7C1EB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1624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핑크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#E777AE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E98348-72C0-48A3-993D-66F35425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1148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CB5AC7-3D71-456A-8868-007E448D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1624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3차 선택과 연결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0750EE-EA55-4DB7-BD14-AE6E5E57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780417-CB29-4471-BB72-BE92C380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rPr>
              <a:t>R3-3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7048E0-F2DF-4377-A644-74A78A61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435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94CC13-F39D-4FA6-86CD-F284060E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911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올해 한 뼘 성장하고 싶은 부분?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4D5325-0BED-4259-93E6-FDCA17CA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435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544F29-0C62-4BFE-95C5-B4BF3C56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성장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B0BC42-22F0-4303-AFAE-4E0730F1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165889-A0EE-4A72-A339-C426F6D3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911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F5BB16-A8F1-4217-9248-1922FFE5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1435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FCBB8D-368E-4522-AB41-55657F3E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1911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라임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#A9D66F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56FDFE-7D50-40CC-BF1E-03AC87B7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1435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CDF37E-098E-4638-8FDF-6A2CB4BC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1911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20C86C-F624-4BF6-8762-19DF13BE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9890E8-E8B8-4257-9B0E-32BA99D1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198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rPr>
              <a:t>R3-4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FBA1778-DBCA-4181-B131-E4C8FE03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722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60FA2BD-9FBB-4632-8499-D80E73C6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198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팀에서 지키고 싶은 약속 하나?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71C42B-1688-4D70-8B7F-516CE4AD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722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D7B5B9-54DB-49D4-B5B4-1FD2D5D9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2198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가치·약속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5B1F7F-2344-4C59-B871-03CE3EFC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1722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584AED-314B-451E-858C-ED10FAFC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198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🤙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B6E1CA-BDD4-4CA0-819E-58EDD44D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1722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BDE538-8EA8-4C2C-8A47-DB281A3E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198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하늘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#55C2E6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DED6F4-3499-49FB-8991-616B2FED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61722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A39BB0-666A-4434-996A-906E92E7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2198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8031A20-B4DD-4F82-AFC9-4BD085F3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009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AA687E7-0DCF-48C6-B0FD-AA9CA855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485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rPr>
              <a:t>R3-5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043D69-197C-4BC1-AF95-8FD04F33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2009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74831D-809B-4529-9911-5012C975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485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실수한 친구에게 건넬 말은?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1F96C22-C652-4377-B9CD-F4C6A926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2009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6706360-D165-44AE-80CB-9D0A353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2485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관계·배려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8D2E44-245E-4C26-95E3-DC02716C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2009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34CA97-0B10-465B-964B-719CB4F5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2485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🫶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98CB4D7-2FEA-4A2C-861D-82E02FB8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72009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BD1F722-2342-40B7-919C-66849390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2485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코랄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#FF7B73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7A5C4D3-2B28-43EC-805D-B54A26D5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72009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F115F1A-06DA-4B5B-96A2-C90A2F54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2485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A410C35-8E66-4C3F-A146-36EF2601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0B8AA49-D4DC-453A-BAD0-EA54E351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rPr>
              <a:t>R3-6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D336FE6-E283-4769-99B5-1255AC39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2296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95D8378-7A8F-46C6-B5B1-F24EA986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2772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최근 용기 냈던 작은 순간?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A1A3E4F-520D-4B15-A2B9-81670E24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229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92322D9-1698-481F-8E13-DEACFCD2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772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성장·경험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6CDC07F-10A7-4CD8-95DE-8FEE93F6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82296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CA07733-E03A-45C4-A8A0-E30F0428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2772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🦁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CAA1155-1525-415F-8BE2-DA873EF1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82296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DB301AC-CBFB-4457-91A3-1BE6B5A3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2772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앰버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#F7C95C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8BD6EA8-61E0-491A-A5B2-770BE1A9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82296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14283C3-7EF2-422B-955A-84F770D6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82772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CE27765-2AE0-4435-A245-ABC1CC45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583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1AA6E03-2B10-4641-84BB-B724B0E5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059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rPr>
              <a:t>R3-7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9D96F1B-2362-49AD-8705-D9C65E8D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2583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11CAF11-BE54-4610-B03A-97690A79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3059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함께라서 가능할 것 같은 일?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7032DA1-28C7-4138-BDE2-D82E99B9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2583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81C6890-3EE0-4DA5-8AEE-0D277DEF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93059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공동체·기대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D5A1BF6-63A6-41EF-B40C-3C96EF45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92583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AA70E83-9676-425E-9232-0C4EFA04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3059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🚀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D795556-DE2F-47DE-8E03-D4DF8139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92583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938050B-A690-4194-858A-A6B2A327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93059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보라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#8168C5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631A274-2D29-4076-ABF4-E5B2CB8F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2583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D9B4151-1333-414B-8D7B-EEFD1011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93059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0CD8082-68C0-4DB1-A689-0A05DC78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14</a:t>
            </a:r>
          </a:p>
        </p:txBody>
      </p:sp>
    </p:spTree>
    <p:extLst>
      <p:ext uri="{BB962C8B-B14F-4D97-AF65-F5344CB8AC3E}">
        <p14:creationId xmlns:p14="http://schemas.microsoft.com/office/powerpoint/2010/main" val="3007197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51F1ACB-13F3-4E12-BBBB-A754855C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3 · 질문 체계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46FC3-D994-4922-9E4F-C1A78070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3라운드 고유 질문 · 2/2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C7EEE-C0F4-4211-B001-B8753839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마지막에는 서로의 좋은 점과 기억하고 싶은 장면으로 마무리합니다.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46409-7E9D-48BE-AE18-ED6D79AD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F792B-CE75-4E29-A293-54810B81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857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B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C7AAD-A4D4-4416-AC6F-47CE1E8B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번호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06835-73B6-475A-A037-32906322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955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B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B0A27-E829-4328-BE18-6E97E06F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33650"/>
            <a:ext cx="621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83FE4-FFD6-4B75-88B0-307A8F04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B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E08F4-3068-4F52-8F72-33B1D07E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68678-8C05-4912-9EE6-94FA29B5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955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B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2D997-756F-4B09-9393-ED692788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33650"/>
            <a:ext cx="923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이모지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849D8-3BEC-481E-86FB-E6A7C724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4955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B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095B9-B2B7-4768-9F08-859BB00E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2533650"/>
            <a:ext cx="1590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칸 색상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A1CFE-F7D5-4276-81E9-7A5E6C6B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24955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6B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5F80F-BCB6-4D74-A65A-F32550F3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25336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D56B3-13AA-4241-8EDA-0C5BB309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4E481-216E-4668-AA33-7CAC0C70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rPr>
              <a:t>R3-8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BD740-F431-4124-9736-0B2DB4EC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63C89-1707-4EB5-AF00-16F7BADF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37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고마움을 표현하는 나만의 방법?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A3816-F97A-43C6-B947-33ED1589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861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F5ABDE-F7B7-4611-89EC-17FB4EE9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337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감사·관계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02D26C-815C-4771-B276-75D52CFE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861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AA464-4421-488A-9A1E-A48B5508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337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D9DF1-B9B3-4E79-AA01-6038EA87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30861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E2DCA-8AFB-4BA3-82C4-ABE3A1FD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1337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민트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#63C7A7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F61BED-29FC-45A8-82C6-9F771A66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0861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51ACEF-8AB7-4058-9482-22533E9F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1337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3C3243-380E-4EFD-847D-04086F67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11EC03-77D7-49BD-8DE9-E162C040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rPr>
              <a:t>R3-9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B0682-24F8-4658-9518-38E0B6D1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148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41E056-1CC4-473E-95C6-6BFC4FE7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624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힘들 때 나를 다시 움직이는 것?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5B8112-F2F4-4BC1-91C5-CB659E8E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8CF33-E059-4127-A4A2-30CA5FF7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624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자기이해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D05D26-4409-45AF-B83E-D8885486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148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97001B-0E39-4159-AEC7-05B22D44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624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196792-9CF8-4131-8C49-B1A2A0F8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1148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D2E7A5-ACCA-4126-82FB-63650CF8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1624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하늘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#55C2E6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50D345-9970-434A-9DA9-30E72070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1148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D548DE-8FD3-4F48-8AD0-B1CB7D05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1624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910F85-81DE-4C5C-9741-0DC4F844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65D4D6-6A6A-4C54-AB0F-44C52D30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rPr>
              <a:t>R3-10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E5AF09-0C93-4067-BF6F-131EE540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435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8CBE2C-98C4-461A-8CF7-3FF700F2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911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이번 학기 꼭 남기고 싶은 추억?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02A532-1CBD-4EDF-84CA-C3AEF77E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435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097337-B465-41DC-8721-D093C3E9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911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기대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9D5A3A-85B3-4B24-A213-B3C45C2B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1435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9A48C5-641E-44A4-8379-A4B02620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911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📷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05DDA1-FBC1-4E08-A3DC-9C5AD876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1435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91D265-7CC3-4831-833C-D5630DD2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1911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블루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#5C87E6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B0648C-F81B-4B72-9158-5968FEED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1435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C76A14-1F3B-4A87-A4B1-9B52F107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1911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CD5DDD-D090-4533-8104-BC74CF54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330536-506E-4AF2-943C-1AF86B50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198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rPr>
              <a:t>R3-11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C0F1CA-1CFA-4576-A56E-630250B8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722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7CA6EF-D027-4CD3-8121-E6D666FB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198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내가 팀에 보태고 싶은 분위기?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FBED40-1331-408E-BCA5-4102D6EC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722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C46FB0-CA66-480E-9851-17F71761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2198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공동체·기여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44C28C-CA92-46A8-B692-005CE05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1722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52B4FD8-2C4B-445F-AF70-20608BAF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2198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🎨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41C2A2-1490-466C-895D-43AEF561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61722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F337AF-6C70-43A8-968D-5D550A9D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198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핑크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#E777AE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855B1F-01C4-47C2-A58D-C73A31FA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61722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19716C-79A9-4490-B5D8-636EC581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2198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796C0A-FEF0-4A1F-8087-5C37A07F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009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D028AA-1C9A-496F-8DD7-91BA16F0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485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rPr>
              <a:t>R3-12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89E21A-DEFF-4C1E-84EF-EE14F15A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2009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637EFF-6885-4103-853B-F731DF47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485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한 달 뒤 나에게 해줄 한마디?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2123DCE-6662-4629-9CA0-88E3DC3A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2009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152CD39-372A-4AC5-8F8B-20F55B99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2485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격려·성장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423FA6-D4A0-4300-9DDA-335807F3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2009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8522CD-E469-427C-BB9F-76851402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72485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🗓️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EB35F14-5AA4-4FC5-A929-A9393513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72009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FA3F33B-47EF-4AC3-8615-A3FD774C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72485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라임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#A9D66F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131E66A-B22B-4480-B07B-F4BF137D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72009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B9A1999-7804-4DC3-BB46-DBE6D5E8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2485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D123E2D-BAC2-4861-BDB3-F767BD22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96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4832A7D-24A9-4956-8CF8-010AA947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772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rPr>
              <a:t>R3-13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3150C95-0387-43BC-9231-A77C3614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2296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E41E44F-ED67-4711-9071-CBF3F65B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82772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오늘 발견한 누군가의 좋은 점?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8851EE8-D29B-4151-9A8B-9DF7B359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2296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F9B7D3E-2B53-4F25-94EC-BB2D90A1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2772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관계·격려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C952D01-0C76-4BC4-832D-1E180E68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82296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03FEED9-BCD3-4D72-9AF8-74FEE83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2772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🔎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EB2A859-7DBF-4ADB-9DEC-821E693D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82296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CDCCF3E-62D1-485A-8CB8-AF5597E3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82772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앰버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#F7C95C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1B43D85-75C3-40B3-B525-BFF1A71D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82296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4C4B046-9840-4363-9184-691716E4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82772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E29456C-5006-4537-86B8-231F0C5E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58300"/>
            <a:ext cx="85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6ECB1F0-A7EF-4E0D-8CC5-32A8258B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05925"/>
            <a:ext cx="74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7256B8"/>
                </a:solidFill>
                <a:latin typeface="Apple SD Gothic Neo"/>
                <a:ea typeface="Apple SD Gothic Neo"/>
                <a:cs typeface="Apple SD Gothic Neo"/>
              </a:rPr>
              <a:t>R3-14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1F6BC74-1F77-46B1-9C0D-0ADE3FD3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258300"/>
            <a:ext cx="628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FE8A6B8-4054-470C-98DD-29AD5B8D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305925"/>
            <a:ext cx="617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다음 모임에서 함께 해보고 싶은 것은?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BE37B73-8FBC-459D-861E-42C4C267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25830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C7AE558-A1C4-431A-BF56-F137F5AB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9305925"/>
            <a:ext cx="2362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기대·참여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96D99DE-4280-4795-843A-5FB3F9AA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9258300"/>
            <a:ext cx="1000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2F72005-75B3-4904-AAF6-681FB27A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305925"/>
            <a:ext cx="885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2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🙌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AAA0190-737C-49F7-94B8-86114445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9258300"/>
            <a:ext cx="16668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D9ED7CA-8C47-4B2F-A1DF-341EC82B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9305925"/>
            <a:ext cx="1552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보라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#8168C5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EFBDC93-0228-40F7-8A48-2B7C452B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25830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009C48D-98F6-4A70-83A2-5AC4B0A9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9305925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8F4CDB6-DA62-422E-AC81-04B567CA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15</a:t>
            </a:r>
          </a:p>
        </p:txBody>
      </p:sp>
    </p:spTree>
    <p:extLst>
      <p:ext uri="{BB962C8B-B14F-4D97-AF65-F5344CB8AC3E}">
        <p14:creationId xmlns:p14="http://schemas.microsoft.com/office/powerpoint/2010/main" val="2887071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AE88D0-D5D6-4529-BA92-F941F04F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7 · 질문 품질 검수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232AD-1719-44AC-8033-0B25F005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55개 질문은 가볍게 시작해 응원과 성장으로 자연스럽게 깊어집니다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6433A-479D-447F-AC2E-A7B741D0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민감한 개인정보·신앙 수준·가정환경을 묻지 않고, 신입생도 답할 수 있게 최종 문구를 다듬었습니다.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8DE5D-DDD9-465E-9327-36251358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F7856-38E3-4C4F-B6E1-D93EB542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4249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C3EAB-6B0A-43A1-BD02-A9E2C1F6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자연스러운 표현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B232E-0F0E-4C67-8081-CAC56F90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194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고등학생이 바로 이해할 짧은 구어체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78C95-ED9E-4638-BDE6-5A8F4312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876550"/>
            <a:ext cx="14287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E6B5E-59C0-49DE-B59D-AD1B258D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8765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통과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6CB01-EA88-43D1-9EF7-04D43A26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14249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0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98519-68C9-4290-AA7F-0D6AA2C2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195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심리적 안전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33E41-94DA-414C-BAC7-223EE040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9525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패스 1회 허용, 평가·비교·상처 질문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F6F3F-353E-4B6B-A390-F42615E4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876675"/>
            <a:ext cx="14287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67231-CA00-4A28-85C0-C9CB0262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87667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통과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86A87-7106-4AF6-8B57-D1F8B2E1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4249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F78D3-278B-4328-8CFF-2CD20A83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중복 최소화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D0414-2049-4431-9FD7-F77F4916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1965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공통은 반복 가치, 고유는 라운드 목적에 분리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E20ED-6A00-4CCA-8016-79320FF1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876800"/>
            <a:ext cx="14287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B4FFD-F659-47F4-A2BC-80692468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8768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통과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5AA935-2EA7-400A-985F-EBE34F73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05475"/>
            <a:ext cx="14249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0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A6C3F-DF71-4F71-B507-471A0507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197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신입생 접근성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54D2EF-65E5-4116-A7F5-AE719EE2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819775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찬양팀 경험을 전제로 한 질문을 배제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97D06-8D3A-4629-B3B6-D62D5CCD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876925"/>
            <a:ext cx="14287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218583-C165-4BAF-8CBC-885EFBC7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87692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통과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18BF46-3885-4309-87CF-99950CFA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705600"/>
            <a:ext cx="14249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3E0B6B-1722-4824-8983-A42A1F07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8199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주제 균형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F27335-8D7B-4EFF-A8EA-57AA573D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1990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재미·일상·음악·관계·감사·성장 분산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83F861-B83B-4055-AE25-2166BCA9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877050"/>
            <a:ext cx="14287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04C975-0B30-4240-B280-CBE11F4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8770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통과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940B9-2D1C-46FC-A98E-B7190215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05725"/>
            <a:ext cx="14249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0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B715B5-7ABA-4575-9B9A-769CDC63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8200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시간 적합성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7DC517-919D-4BD2-B1D4-2181FB01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0025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대부분 10–20초 답변, 긴 설명 불필요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AF00B3-5AB7-48B7-8B81-672278B7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877175"/>
            <a:ext cx="14287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67A6A3-E7C2-4257-A918-331930CD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7877175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통과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B95CE9-2FC2-4AD4-93FB-6AD290FD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05850"/>
            <a:ext cx="14249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97380A-0D5C-4F1D-957A-5262C468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820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이탈 대응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20431C-4FEC-430B-9110-EF88FEF0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820150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모든 질문이 독립형이라 중간 합류 가능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53413F-419B-4DAA-843D-6AEB6C15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8877300"/>
            <a:ext cx="14287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5C1572-1B60-4289-A2EC-5AE201F7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88773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통과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15E64B-F7B2-415F-BC97-0D37D450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953625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650" b="1">
                <a:solidFill>
                  <a:srgbClr val="6A4F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6A4F11"/>
                </a:solidFill>
                <a:latin typeface="Apple SD Gothic Neo"/>
                <a:ea typeface="Apple SD Gothic Neo"/>
                <a:cs typeface="Apple SD Gothic Neo"/>
              </a:rPr>
              <a:t>최종 수정 반영: 추상적인 표현을 줄이고, 그룹핑 연결 질문은 각 라운드 초반과 중후반에 한 개씩 배치했습니다.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06199A-B2B7-458F-A947-F2A3F849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16</a:t>
            </a:r>
          </a:p>
        </p:txBody>
      </p:sp>
    </p:spTree>
    <p:extLst>
      <p:ext uri="{BB962C8B-B14F-4D97-AF65-F5344CB8AC3E}">
        <p14:creationId xmlns:p14="http://schemas.microsoft.com/office/powerpoint/2010/main" val="8845904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board-1-cell-1">
            <a:extLst xmlns:a="http://schemas.openxmlformats.org/drawingml/2006/main">
              <a:ext uri="{FF2B5EF4-FFF2-40B4-BE49-F238E27FC236}">
                <a16:creationId xmlns:a16="http://schemas.microsoft.com/office/drawing/2014/main" id="{91D08E1D-484B-471A-AA16-ADF1BBAE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806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E916C-C1EE-4DCC-89F2-C5B8BD94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0B0E7-80B9-42E5-85B2-6CACFC8B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➡️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C6760-19EE-43A5-8E20-80103DAB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출발</a:t>
            </a:r>
          </a:p>
        </p:txBody>
      </p:sp>
      <p:sp>
        <p:nvSpPr>
          <p:cNvPr id="5" name="board-1-cell-2">
            <a:extLst xmlns:a="http://schemas.openxmlformats.org/drawingml/2006/main">
              <a:ext uri="{FF2B5EF4-FFF2-40B4-BE49-F238E27FC236}">
                <a16:creationId xmlns:a16="http://schemas.microsoft.com/office/drawing/2014/main" id="{E9527BAC-73AC-4B36-8FA9-063131BE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5C87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DD7DB-E8DE-45E5-8B00-22DDA9E2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E9782-DB1B-47CE-9620-4F1DEAB8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B5FFD-C41E-45C3-97F4-FE230195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세 시간 자유라면 가장 먼저 할 일?</a:t>
            </a:r>
          </a:p>
        </p:txBody>
      </p:sp>
      <p:sp>
        <p:nvSpPr>
          <p:cNvPr id="9" name="board-1-cell-3">
            <a:extLst xmlns:a="http://schemas.openxmlformats.org/drawingml/2006/main">
              <a:ext uri="{FF2B5EF4-FFF2-40B4-BE49-F238E27FC236}">
                <a16:creationId xmlns:a16="http://schemas.microsoft.com/office/drawing/2014/main" id="{EBAA081A-99ED-4001-87B6-529675F9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55C2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79E11-75D9-4B61-A16F-88C6DD5B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38181-E3FE-40D5-8244-0DBB18D5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3335E-A41C-47E5-BBC4-C8892A94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교회에서 가장 편한 공간은?</a:t>
            </a:r>
          </a:p>
        </p:txBody>
      </p:sp>
      <p:sp>
        <p:nvSpPr>
          <p:cNvPr id="13" name="board-1-cell-4">
            <a:extLst xmlns:a="http://schemas.openxmlformats.org/drawingml/2006/main">
              <a:ext uri="{FF2B5EF4-FFF2-40B4-BE49-F238E27FC236}">
                <a16:creationId xmlns:a16="http://schemas.microsoft.com/office/drawing/2014/main" id="{DC9731A7-1C02-47F4-8B5F-31ACEAD2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79549-355F-407C-8BF8-B6C3EA70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EBE82-BD15-476A-9F82-674E96DD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0ED8E-E5CE-4CB6-BFCD-194ACAAC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편의점 최애 조합은?</a:t>
            </a:r>
          </a:p>
        </p:txBody>
      </p:sp>
      <p:sp>
        <p:nvSpPr>
          <p:cNvPr id="17" name="board-1-cell-5">
            <a:extLst xmlns:a="http://schemas.openxmlformats.org/drawingml/2006/main">
              <a:ext uri="{FF2B5EF4-FFF2-40B4-BE49-F238E27FC236}">
                <a16:creationId xmlns:a16="http://schemas.microsoft.com/office/drawing/2014/main" id="{ECAE4C5C-4C98-4A5F-887E-F0FC8E16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7B73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A7343-3226-48D4-9F1D-9306732D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B7B03-88A3-402E-ACBF-7ED514D6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D77B1-F7C9-4934-BFEA-48702477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요즘 자주 듣는 노래 한 곡?</a:t>
            </a:r>
          </a:p>
        </p:txBody>
      </p:sp>
      <p:sp>
        <p:nvSpPr>
          <p:cNvPr id="21" name="board-1-cell-6">
            <a:extLst xmlns:a="http://schemas.openxmlformats.org/drawingml/2006/main">
              <a:ext uri="{FF2B5EF4-FFF2-40B4-BE49-F238E27FC236}">
                <a16:creationId xmlns:a16="http://schemas.microsoft.com/office/drawing/2014/main" id="{64529239-0863-470B-873D-3EB97C7E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E777AE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19C3A-CC1A-430D-AC4A-5610FEAC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27E59-B2B9-4CC5-90CA-943FC50C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377691-5E04-49F3-AAAF-575793AF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나를 동물로 표현한다면?</a:t>
            </a:r>
          </a:p>
        </p:txBody>
      </p:sp>
      <p:sp>
        <p:nvSpPr>
          <p:cNvPr id="25" name="board-1-cell-7">
            <a:extLst xmlns:a="http://schemas.openxmlformats.org/drawingml/2006/main">
              <a:ext uri="{FF2B5EF4-FFF2-40B4-BE49-F238E27FC236}">
                <a16:creationId xmlns:a16="http://schemas.microsoft.com/office/drawing/2014/main" id="{DECBED5F-0D87-449B-A8D8-44E786C4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7B73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905F31-3672-4555-9D10-33646C3E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E6CC7-D997-449B-A514-72C0B94F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EE6B18-6E85-42BE-BE78-32E8DA6A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최근 나를 웃게 한 일은?</a:t>
            </a:r>
          </a:p>
        </p:txBody>
      </p:sp>
      <p:sp>
        <p:nvSpPr>
          <p:cNvPr id="29" name="board-1-cell-8">
            <a:extLst xmlns:a="http://schemas.openxmlformats.org/drawingml/2006/main">
              <a:ext uri="{FF2B5EF4-FFF2-40B4-BE49-F238E27FC236}">
                <a16:creationId xmlns:a16="http://schemas.microsoft.com/office/drawing/2014/main" id="{17B54729-6FC8-4FB5-B02B-7C1BD725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7B73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496A82-2D4C-4714-A9A9-E4A83330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0970EC-3C26-488F-ADE0-C8CBA6C5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26D3E6-CE45-4ABB-B83F-E955B6ED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급식에 꼭 나왔으면 하는 메뉴?</a:t>
            </a:r>
          </a:p>
        </p:txBody>
      </p:sp>
      <p:sp>
        <p:nvSpPr>
          <p:cNvPr id="33" name="board-1-cell-9">
            <a:extLst xmlns:a="http://schemas.openxmlformats.org/drawingml/2006/main">
              <a:ext uri="{FF2B5EF4-FFF2-40B4-BE49-F238E27FC236}">
                <a16:creationId xmlns:a16="http://schemas.microsoft.com/office/drawing/2014/main" id="{7E9816CD-6C1C-4AC3-B424-5540F118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17621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8168C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856FC4-52B9-4C81-9C85-80FC12B7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1809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045E91-474D-421F-A070-DE6C991D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18192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E7C7D1-E686-44CB-94D5-8F5F9144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2002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내가 은근 잘하는 것 한 가지?</a:t>
            </a:r>
          </a:p>
        </p:txBody>
      </p:sp>
      <p:sp>
        <p:nvSpPr>
          <p:cNvPr id="37" name="board-1-cell-10">
            <a:extLst xmlns:a="http://schemas.openxmlformats.org/drawingml/2006/main">
              <a:ext uri="{FF2B5EF4-FFF2-40B4-BE49-F238E27FC236}">
                <a16:creationId xmlns:a16="http://schemas.microsoft.com/office/drawing/2014/main" id="{27421810-806D-4BAF-AFFA-4BBA07B4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30765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5C87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C151D0-8ADA-4A67-87AA-2DD1DC56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3124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F858A0-6FF7-4AAF-B6BF-C79B6B87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31337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D3CF45-C0E3-4F4C-8B6A-0F6BE175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5147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교실에서 좋아하는 자리는? 왜?</a:t>
            </a:r>
          </a:p>
        </p:txBody>
      </p:sp>
      <p:sp>
        <p:nvSpPr>
          <p:cNvPr id="41" name="board-1-cell-11">
            <a:extLst xmlns:a="http://schemas.openxmlformats.org/drawingml/2006/main">
              <a:ext uri="{FF2B5EF4-FFF2-40B4-BE49-F238E27FC236}">
                <a16:creationId xmlns:a16="http://schemas.microsoft.com/office/drawing/2014/main" id="{36AE4568-63E5-4169-9F29-595F889C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3910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95A0DB-9621-470E-83F6-28CB969A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44386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F26130-20BA-48F0-94F7-BD272298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44481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317724-B7BC-45C2-AFE1-CF5DC442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8291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찬양팀에서 기대되는 순간은?</a:t>
            </a:r>
          </a:p>
        </p:txBody>
      </p:sp>
      <p:sp>
        <p:nvSpPr>
          <p:cNvPr id="45" name="board-1-cell-12">
            <a:extLst xmlns:a="http://schemas.openxmlformats.org/drawingml/2006/main">
              <a:ext uri="{FF2B5EF4-FFF2-40B4-BE49-F238E27FC236}">
                <a16:creationId xmlns:a16="http://schemas.microsoft.com/office/drawing/2014/main" id="{5618ABD2-BD2D-4579-8F4E-6074D151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57054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55C2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977934-C3CF-4C5D-A9FE-A3D143A6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57531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A433BF-8D95-4BA2-B581-81B09B80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57626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B499A3-7A97-4DE2-9FD0-47AA7814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61436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내 선택의 최고의 장점은?</a:t>
            </a:r>
          </a:p>
        </p:txBody>
      </p:sp>
      <p:sp>
        <p:nvSpPr>
          <p:cNvPr id="49" name="board-1-cell-13">
            <a:extLst xmlns:a="http://schemas.openxmlformats.org/drawingml/2006/main">
              <a:ext uri="{FF2B5EF4-FFF2-40B4-BE49-F238E27FC236}">
                <a16:creationId xmlns:a16="http://schemas.microsoft.com/office/drawing/2014/main" id="{FE44B4E8-99B5-4178-B6D4-48C2678C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70199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55C2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39E4DC-59AB-4691-8C0E-18BA47D4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70675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356A52-C482-4193-935B-06F17105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70770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169E4C-17EC-4004-B07E-C5CBF021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74580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힘날 때 먹고 싶은 음식은?</a:t>
            </a:r>
          </a:p>
        </p:txBody>
      </p:sp>
      <p:sp>
        <p:nvSpPr>
          <p:cNvPr id="53" name="board-1-cell-14">
            <a:extLst xmlns:a="http://schemas.openxmlformats.org/drawingml/2006/main">
              <a:ext uri="{FF2B5EF4-FFF2-40B4-BE49-F238E27FC236}">
                <a16:creationId xmlns:a16="http://schemas.microsoft.com/office/drawing/2014/main" id="{D5CA0579-42E7-4A9E-846D-A244D868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3343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E777AE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6C0671-88F0-4E8F-99AD-7FFB0A81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838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728981-133A-4A30-BB03-F81D11BB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3915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📸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FA2E05-E4AC-4B8D-8E99-32C32697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7725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단체 사진에서 자주 서는 위치?</a:t>
            </a:r>
          </a:p>
        </p:txBody>
      </p:sp>
      <p:sp>
        <p:nvSpPr>
          <p:cNvPr id="57" name="board-1-cell-15">
            <a:extLst xmlns:a="http://schemas.openxmlformats.org/drawingml/2006/main">
              <a:ext uri="{FF2B5EF4-FFF2-40B4-BE49-F238E27FC236}">
                <a16:creationId xmlns:a16="http://schemas.microsoft.com/office/drawing/2014/main" id="{58D17890-6B8E-4976-9519-F7BEBB3C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8168C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681E84-DFB7-4F10-9D4E-F0C64B51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139448-BA81-4EBD-96C1-8AEAA0B6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🔥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E04B3A-B1B7-4CE6-A74A-B620A150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요즘 푹 빠져 있는 것은?</a:t>
            </a:r>
          </a:p>
        </p:txBody>
      </p:sp>
      <p:sp>
        <p:nvSpPr>
          <p:cNvPr id="61" name="board-1-cell-16">
            <a:extLst xmlns:a="http://schemas.openxmlformats.org/drawingml/2006/main">
              <a:ext uri="{FF2B5EF4-FFF2-40B4-BE49-F238E27FC236}">
                <a16:creationId xmlns:a16="http://schemas.microsoft.com/office/drawing/2014/main" id="{86FC74AB-AF3F-4289-BA3E-AC60A40B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8DB0FD-47D9-4A01-A9D1-E2CB8F69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022052-FE0A-4C79-AACF-2AD20D3A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🌤️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58728B-8781-4892-B716-C37B324A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하루만 살고 싶은 계절은?</a:t>
            </a:r>
          </a:p>
        </p:txBody>
      </p:sp>
      <p:sp>
        <p:nvSpPr>
          <p:cNvPr id="65" name="board-1-cell-17">
            <a:extLst xmlns:a="http://schemas.openxmlformats.org/drawingml/2006/main">
              <a:ext uri="{FF2B5EF4-FFF2-40B4-BE49-F238E27FC236}">
                <a16:creationId xmlns:a16="http://schemas.microsoft.com/office/drawing/2014/main" id="{F9D6307B-8A86-4CD7-A898-A809B621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62E920-FD5C-4367-8095-7251715C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DB3ED4-A002-4C7D-A528-A9FFF4F5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🙏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091DAE2-77E3-48F3-A8FC-0882C8D7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이번 주 감사했던 작은 일?</a:t>
            </a:r>
          </a:p>
        </p:txBody>
      </p:sp>
      <p:sp>
        <p:nvSpPr>
          <p:cNvPr id="69" name="board-1-cell-18">
            <a:extLst xmlns:a="http://schemas.openxmlformats.org/drawingml/2006/main">
              <a:ext uri="{FF2B5EF4-FFF2-40B4-BE49-F238E27FC236}">
                <a16:creationId xmlns:a16="http://schemas.microsoft.com/office/drawing/2014/main" id="{6A5395A1-EE1F-475E-ADA0-29545B37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7B73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FEE3518-818B-4496-B4F1-F8672D88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DCE049F-4A45-457D-B8E8-827FB7F4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DD900D2-E552-48D6-B181-76FB6CAC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최근 가장 많이 쓴 이모지는?</a:t>
            </a:r>
          </a:p>
        </p:txBody>
      </p:sp>
      <p:sp>
        <p:nvSpPr>
          <p:cNvPr id="73" name="board-1-cell-19">
            <a:extLst xmlns:a="http://schemas.openxmlformats.org/drawingml/2006/main">
              <a:ext uri="{FF2B5EF4-FFF2-40B4-BE49-F238E27FC236}">
                <a16:creationId xmlns:a16="http://schemas.microsoft.com/office/drawing/2014/main" id="{4DCDE008-1BEC-4062-AD51-F48A1F44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B778683-7083-43C4-A910-1091114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5CAB37-AA8E-484E-A095-C39535EC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🏫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F18A48B-9A7E-4A28-BE95-D6B8F4B9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학교에서 제일 좋아하는 시간은?</a:t>
            </a:r>
          </a:p>
        </p:txBody>
      </p:sp>
      <p:sp>
        <p:nvSpPr>
          <p:cNvPr id="77" name="board-1-cell-20">
            <a:extLst xmlns:a="http://schemas.openxmlformats.org/drawingml/2006/main">
              <a:ext uri="{FF2B5EF4-FFF2-40B4-BE49-F238E27FC236}">
                <a16:creationId xmlns:a16="http://schemas.microsoft.com/office/drawing/2014/main" id="{3A9CA7D2-5FC9-40E5-9B3F-9BFFBED8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7B73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CF8FD52-9DFD-40EE-B920-9CAB9E0D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4B74675-71B0-41E7-80B1-62B92D3B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🎤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0DF43DD-AB87-48E2-A146-11712892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노래방 첫 곡으로 고를 노래?</a:t>
            </a:r>
          </a:p>
        </p:txBody>
      </p:sp>
      <p:sp>
        <p:nvSpPr>
          <p:cNvPr id="81" name="board-1-cell-21">
            <a:extLst xmlns:a="http://schemas.openxmlformats.org/drawingml/2006/main">
              <a:ext uri="{FF2B5EF4-FFF2-40B4-BE49-F238E27FC236}">
                <a16:creationId xmlns:a16="http://schemas.microsoft.com/office/drawing/2014/main" id="{C7465868-16F7-48AF-8726-50C9EF33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4E926ED-FDC8-4EDD-98F1-E6C59139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D7078EF-6670-4A87-A452-19662870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🧩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8C36A7F-93FC-49BC-A6EA-B4D469C2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지금 새로 배우고 싶은 것은?</a:t>
            </a:r>
          </a:p>
        </p:txBody>
      </p:sp>
      <p:sp>
        <p:nvSpPr>
          <p:cNvPr id="85" name="board-1-cell-22">
            <a:extLst xmlns:a="http://schemas.openxmlformats.org/drawingml/2006/main">
              <a:ext uri="{FF2B5EF4-FFF2-40B4-BE49-F238E27FC236}">
                <a16:creationId xmlns:a16="http://schemas.microsoft.com/office/drawing/2014/main" id="{9FF92DCD-8107-4F30-8D62-F088116E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07C16C7-ACE0-4921-92AD-85A4DCBB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CA2F614-41F6-4464-A01B-45E6C68C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👻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81973AF-0CC6-499E-BE1F-0D725913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투명인간이 되면 해볼 일?</a:t>
            </a:r>
          </a:p>
        </p:txBody>
      </p:sp>
      <p:sp>
        <p:nvSpPr>
          <p:cNvPr id="89" name="board-1-cell-23">
            <a:extLst xmlns:a="http://schemas.openxmlformats.org/drawingml/2006/main">
              <a:ext uri="{FF2B5EF4-FFF2-40B4-BE49-F238E27FC236}">
                <a16:creationId xmlns:a16="http://schemas.microsoft.com/office/drawing/2014/main" id="{80851669-B787-488B-A2F4-9501A051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83343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D7DCFF0-AAA6-43DB-92C2-7CC08DE9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838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8B38F10-3638-4AAE-8933-00405857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915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🌿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B152F09-CC9D-4B2C-83D6-0C2835E8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725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나만의 기분 전환 방법은?</a:t>
            </a:r>
          </a:p>
        </p:txBody>
      </p:sp>
      <p:sp>
        <p:nvSpPr>
          <p:cNvPr id="93" name="board-1-cell-24">
            <a:extLst xmlns:a="http://schemas.openxmlformats.org/drawingml/2006/main">
              <a:ext uri="{FF2B5EF4-FFF2-40B4-BE49-F238E27FC236}">
                <a16:creationId xmlns:a16="http://schemas.microsoft.com/office/drawing/2014/main" id="{463FE841-E30C-48F4-BD7E-B45C6361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70199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5C87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5FFABF3-CB30-42CB-86FA-B4A6E5D3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70675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3BA8D64-E0E0-48A4-B73D-5ECFECB0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770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🌙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FC64E6B-189A-4DFE-9650-E497B962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580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아침형과 밤형 중 나는? 왜?</a:t>
            </a:r>
          </a:p>
        </p:txBody>
      </p:sp>
      <p:sp>
        <p:nvSpPr>
          <p:cNvPr id="97" name="board-1-cell-25">
            <a:extLst xmlns:a="http://schemas.openxmlformats.org/drawingml/2006/main">
              <a:ext uri="{FF2B5EF4-FFF2-40B4-BE49-F238E27FC236}">
                <a16:creationId xmlns:a16="http://schemas.microsoft.com/office/drawing/2014/main" id="{C4BF33B5-E5E8-4F33-B946-0A745B37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57054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55C2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49C4B2F-6CE1-474C-BED9-8FF2BCF1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57531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46F976F-A712-40F7-9103-780079C2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626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🌈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BACF0BB-B63E-4D68-9D1B-6E693C8A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1436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친구에게 기억되고 싶은 내 모습은?</a:t>
            </a:r>
          </a:p>
        </p:txBody>
      </p:sp>
      <p:sp>
        <p:nvSpPr>
          <p:cNvPr id="101" name="board-1-cell-26">
            <a:extLst xmlns:a="http://schemas.openxmlformats.org/drawingml/2006/main">
              <a:ext uri="{FF2B5EF4-FFF2-40B4-BE49-F238E27FC236}">
                <a16:creationId xmlns:a16="http://schemas.microsoft.com/office/drawing/2014/main" id="{C0EB6498-2F85-4AF8-90F0-7144E0DE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43910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7C95C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94DA90A-B21A-4816-9073-44A27632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386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98FF600-6910-4252-8315-BB4F4306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481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📅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A13ED4D-193A-43B7-BDB8-6DF4DDFE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8291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내가 만드는 휴일의 이름은?</a:t>
            </a:r>
          </a:p>
        </p:txBody>
      </p:sp>
      <p:sp>
        <p:nvSpPr>
          <p:cNvPr id="105" name="board-1-cell-27">
            <a:extLst xmlns:a="http://schemas.openxmlformats.org/drawingml/2006/main">
              <a:ext uri="{FF2B5EF4-FFF2-40B4-BE49-F238E27FC236}">
                <a16:creationId xmlns:a16="http://schemas.microsoft.com/office/drawing/2014/main" id="{B34A6DCC-A49A-45E8-8E4D-7B753B09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30765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7B73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2FB2683-9E5E-4F01-B9A1-A92C51B0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124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C4240B-BCD0-4D88-99D4-3151C15C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337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🦸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1261229-B8C1-4E88-A0B8-7E555ECE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5147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하루 동안 초능력을 쓴다면?</a:t>
            </a:r>
          </a:p>
        </p:txBody>
      </p:sp>
      <p:sp>
        <p:nvSpPr>
          <p:cNvPr id="109" name="board-1-cell-28">
            <a:extLst xmlns:a="http://schemas.openxmlformats.org/drawingml/2006/main">
              <a:ext uri="{FF2B5EF4-FFF2-40B4-BE49-F238E27FC236}">
                <a16:creationId xmlns:a16="http://schemas.microsoft.com/office/drawing/2014/main" id="{ADC694FE-1AD5-4F48-ACE1-5E52C1EF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17621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8168C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AC4DB3-7F50-49B8-94F4-08EE3EE2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09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2E2F866-D752-4408-B5CD-8FF1550D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192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🎒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946DBB8-E866-4DD9-91C9-3D49C16A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002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여행 갈 때 꼭 챙기는 것은?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B8676CA-803B-491E-AFC7-D17102F8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99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50" b="1">
                <a:solidFill>
                  <a:srgbClr val="FF80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806F"/>
                </a:solidFill>
                <a:latin typeface="Apple SD Gothic Neo"/>
                <a:ea typeface="Apple SD Gothic Neo"/>
                <a:cs typeface="Apple SD Gothic Neo"/>
              </a:rPr>
              <a:t>고등부 찬양팀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FB3DA12-EC93-4BD6-A35E-D9FD2EA8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2425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6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나눔마블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C50B88D-AD05-4177-BB7E-1B495E3A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53000"/>
            <a:ext cx="7200900" cy="6858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9517A00-A82C-4EB3-A6C4-A11B2AEC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ROUND 1 · 취향으로 가볍게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191391F-DDE9-429F-AD95-8E6D5ED0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055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3시간 자유: 콘텐츠 · 음식 · 활동 · 충전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2357877-D0AC-4D32-BC94-78759012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667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굴린 사람 10–20초 답하기  →  아직 덜 말한 친구 한 명 지목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5914EFD-C741-405C-A2A1-E33E40C3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219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답하기 어려우면 한 번 패스 가능  ·  면접 호출 시 바로 다녀오기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FB9020E-928E-4F95-93D3-73EC84DA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943850"/>
            <a:ext cx="209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54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54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36B4E18-1235-45C7-99C5-0E98CC7F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086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게임판 1  ·  1–28칸</a:t>
            </a:r>
          </a:p>
        </p:txBody>
      </p:sp>
    </p:spTree>
    <p:extLst>
      <p:ext uri="{BB962C8B-B14F-4D97-AF65-F5344CB8AC3E}">
        <p14:creationId xmlns:p14="http://schemas.microsoft.com/office/powerpoint/2010/main" val="7169919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board-2-cell-1">
            <a:extLst xmlns:a="http://schemas.openxmlformats.org/drawingml/2006/main">
              <a:ext uri="{FF2B5EF4-FFF2-40B4-BE49-F238E27FC236}">
                <a16:creationId xmlns:a16="http://schemas.microsoft.com/office/drawing/2014/main" id="{2B135705-E5BC-4503-AA1F-E3691904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4FAFD1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816CF-B3D7-4744-83AA-CE18028C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6CF4B-88DB-46AF-98CF-F53851C9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➡️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CF14E-C07F-4C95-8DAA-7C86F8A8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출발</a:t>
            </a:r>
          </a:p>
        </p:txBody>
      </p:sp>
      <p:sp>
        <p:nvSpPr>
          <p:cNvPr id="5" name="board-2-cell-2">
            <a:extLst xmlns:a="http://schemas.openxmlformats.org/drawingml/2006/main">
              <a:ext uri="{FF2B5EF4-FFF2-40B4-BE49-F238E27FC236}">
                <a16:creationId xmlns:a16="http://schemas.microsoft.com/office/drawing/2014/main" id="{7CDDF5F8-82EE-4170-A4CD-D41AD959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18688-99C7-4314-BC8B-4B09ADC4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D1242-30A4-4FAB-BD6F-89DD7279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956C3-17C0-4824-A9A2-A3635075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최근 나를 웃게 한 일은?</a:t>
            </a:r>
          </a:p>
        </p:txBody>
      </p:sp>
      <p:sp>
        <p:nvSpPr>
          <p:cNvPr id="9" name="board-2-cell-3">
            <a:extLst xmlns:a="http://schemas.openxmlformats.org/drawingml/2006/main">
              <a:ext uri="{FF2B5EF4-FFF2-40B4-BE49-F238E27FC236}">
                <a16:creationId xmlns:a16="http://schemas.microsoft.com/office/drawing/2014/main" id="{4DE76C83-3CA9-465C-8B5A-3340EBD9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55C2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60125-68B7-411F-8C18-E9E5BE73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EED95-57BE-45D2-8F46-2767132A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87023-4C3D-4A6B-A136-BA5604F3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우리 선택 역할의 강점은?</a:t>
            </a:r>
          </a:p>
        </p:txBody>
      </p:sp>
      <p:sp>
        <p:nvSpPr>
          <p:cNvPr id="13" name="board-2-cell-4">
            <a:extLst xmlns:a="http://schemas.openxmlformats.org/drawingml/2006/main">
              <a:ext uri="{FF2B5EF4-FFF2-40B4-BE49-F238E27FC236}">
                <a16:creationId xmlns:a16="http://schemas.microsoft.com/office/drawing/2014/main" id="{52116BB8-F14A-46CF-8CEB-493600EC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7B73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A4F3D-DD24-4A9D-8A3B-06875CBB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5660D-5925-4452-B7DC-61BFC562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DEDFA-F2BA-48E6-B669-A97C2823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나만의 기분 전환 방법은?</a:t>
            </a:r>
          </a:p>
        </p:txBody>
      </p:sp>
      <p:sp>
        <p:nvSpPr>
          <p:cNvPr id="17" name="board-2-cell-5">
            <a:extLst xmlns:a="http://schemas.openxmlformats.org/drawingml/2006/main">
              <a:ext uri="{FF2B5EF4-FFF2-40B4-BE49-F238E27FC236}">
                <a16:creationId xmlns:a16="http://schemas.microsoft.com/office/drawing/2014/main" id="{C5D832FC-B04B-4C9E-BCBC-8BE52BA9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7C95C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74977-B8DD-47D1-9254-FA3F9D78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B9745-2C44-42D4-ADE1-4EBA29C4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35B47-0856-465D-B38B-8FE687A0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가장 좋아하는 악기 소리는?</a:t>
            </a:r>
          </a:p>
        </p:txBody>
      </p:sp>
      <p:sp>
        <p:nvSpPr>
          <p:cNvPr id="21" name="board-2-cell-6">
            <a:extLst xmlns:a="http://schemas.openxmlformats.org/drawingml/2006/main">
              <a:ext uri="{FF2B5EF4-FFF2-40B4-BE49-F238E27FC236}">
                <a16:creationId xmlns:a16="http://schemas.microsoft.com/office/drawing/2014/main" id="{47633195-E18D-47FA-B27E-B112C6FC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8168C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8B1DD-7F97-4702-9D07-6C9B1017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B5D8E8-48E8-4BE7-8263-E8531976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6DE04-94EC-4B22-9828-1BE3D693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학교에서 제일 좋아하는 시간은?</a:t>
            </a:r>
          </a:p>
        </p:txBody>
      </p:sp>
      <p:sp>
        <p:nvSpPr>
          <p:cNvPr id="25" name="board-2-cell-7">
            <a:extLst xmlns:a="http://schemas.openxmlformats.org/drawingml/2006/main">
              <a:ext uri="{FF2B5EF4-FFF2-40B4-BE49-F238E27FC236}">
                <a16:creationId xmlns:a16="http://schemas.microsoft.com/office/drawing/2014/main" id="{BF79EFDD-83B5-4D92-8583-64B2D6E1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7C95C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2AB51A-DC5F-482A-A6D0-8ABC8395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1BFED9-80A9-493E-ADAA-FD7BD63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E031A3-43E2-44FE-99D0-1584EB5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좋은 찬양팀원이 될 수 있도록 내가 할 수 있는 것 한 가지?</a:t>
            </a:r>
          </a:p>
        </p:txBody>
      </p:sp>
      <p:sp>
        <p:nvSpPr>
          <p:cNvPr id="29" name="board-2-cell-8">
            <a:extLst xmlns:a="http://schemas.openxmlformats.org/drawingml/2006/main">
              <a:ext uri="{FF2B5EF4-FFF2-40B4-BE49-F238E27FC236}">
                <a16:creationId xmlns:a16="http://schemas.microsoft.com/office/drawing/2014/main" id="{0CA24DD8-263B-4A75-A39E-072EA89B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5C87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1688D4-93B2-41F4-9E10-4D52E384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C16703-9434-440C-A5F9-313F65C0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DD1D01-EF36-44FC-ADF8-63E1A84D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하루 동안 초능력을 쓴다면?</a:t>
            </a:r>
          </a:p>
        </p:txBody>
      </p:sp>
      <p:sp>
        <p:nvSpPr>
          <p:cNvPr id="33" name="board-2-cell-9">
            <a:extLst xmlns:a="http://schemas.openxmlformats.org/drawingml/2006/main">
              <a:ext uri="{FF2B5EF4-FFF2-40B4-BE49-F238E27FC236}">
                <a16:creationId xmlns:a16="http://schemas.microsoft.com/office/drawing/2014/main" id="{DB7FAF71-0CA3-4227-BF65-72AFAFBB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17621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7C95C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975807-7337-41F3-BC97-115E6245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1809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AB080F-A8B7-40B6-B550-8F632360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18192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D5BA1E-5EF2-4FD1-A86C-20A520AB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2002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친구에게 추천할 찬양 한 곡?</a:t>
            </a:r>
          </a:p>
        </p:txBody>
      </p:sp>
      <p:sp>
        <p:nvSpPr>
          <p:cNvPr id="37" name="board-2-cell-10">
            <a:extLst xmlns:a="http://schemas.openxmlformats.org/drawingml/2006/main">
              <a:ext uri="{FF2B5EF4-FFF2-40B4-BE49-F238E27FC236}">
                <a16:creationId xmlns:a16="http://schemas.microsoft.com/office/drawing/2014/main" id="{286E187B-6EDB-43B6-B541-921DCD0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30765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55C2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6936F1-3F0A-404A-A996-545B49C5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3124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DF9B8D-9F53-4782-8CD7-1DD3EE00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31337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1B6830-C720-4B87-AC09-0EBBDB48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5147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이번 주 감사했던 작은 일?</a:t>
            </a:r>
          </a:p>
        </p:txBody>
      </p:sp>
      <p:sp>
        <p:nvSpPr>
          <p:cNvPr id="41" name="board-2-cell-11">
            <a:extLst xmlns:a="http://schemas.openxmlformats.org/drawingml/2006/main">
              <a:ext uri="{FF2B5EF4-FFF2-40B4-BE49-F238E27FC236}">
                <a16:creationId xmlns:a16="http://schemas.microsoft.com/office/drawing/2014/main" id="{C8678A65-086C-42B8-843C-FC4AF941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3910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55C2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BD0280-5A54-4F95-A70A-BC548EF1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44386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513397-1EB9-4115-8EC9-11EA93D1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44481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0D6C0C-8436-4AA9-8719-F2C1443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8291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찬양팀에서 새롭게 도전해 보고 싶은 것은?</a:t>
            </a:r>
          </a:p>
        </p:txBody>
      </p:sp>
      <p:sp>
        <p:nvSpPr>
          <p:cNvPr id="45" name="board-2-cell-12">
            <a:extLst xmlns:a="http://schemas.openxmlformats.org/drawingml/2006/main">
              <a:ext uri="{FF2B5EF4-FFF2-40B4-BE49-F238E27FC236}">
                <a16:creationId xmlns:a16="http://schemas.microsoft.com/office/drawing/2014/main" id="{CD95F9A3-6DD7-40B2-A6CE-C70F3376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57054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E777AE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9F1E2A-4BC3-4239-8B40-8F5CCF55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57531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101466-B21B-44D2-8948-7E04108E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57626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🎧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27E83D-0806-4567-8457-98157BFC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61436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요즘 자주 듣는 노래 한 곡?</a:t>
            </a:r>
          </a:p>
        </p:txBody>
      </p:sp>
      <p:sp>
        <p:nvSpPr>
          <p:cNvPr id="49" name="board-2-cell-13">
            <a:extLst xmlns:a="http://schemas.openxmlformats.org/drawingml/2006/main">
              <a:ext uri="{FF2B5EF4-FFF2-40B4-BE49-F238E27FC236}">
                <a16:creationId xmlns:a16="http://schemas.microsoft.com/office/drawing/2014/main" id="{C0F8EB2C-360E-4118-888F-066F9C1D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70199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5C87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D1893E-BE45-4E38-9341-7919A0C6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70675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3658B3-D141-4008-8D50-355804CD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70770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E3375B-2700-47FF-AF5F-AEB2066B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74580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다른 역할과 만나면 생길 시너지는?</a:t>
            </a:r>
          </a:p>
        </p:txBody>
      </p:sp>
      <p:sp>
        <p:nvSpPr>
          <p:cNvPr id="53" name="board-2-cell-14">
            <a:extLst xmlns:a="http://schemas.openxmlformats.org/drawingml/2006/main">
              <a:ext uri="{FF2B5EF4-FFF2-40B4-BE49-F238E27FC236}">
                <a16:creationId xmlns:a16="http://schemas.microsoft.com/office/drawing/2014/main" id="{D5FCD0FC-0246-485D-8384-461BAEFC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3343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06525F-0916-4881-8BBF-8D0B98A6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838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C533C1-5AF9-4637-AABD-DEC8D654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3915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✨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EB5E03-C5FB-45FB-BFC6-43FB1AE8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7725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내가 은근 잘하는 것 한 가지?</a:t>
            </a:r>
          </a:p>
        </p:txBody>
      </p:sp>
      <p:sp>
        <p:nvSpPr>
          <p:cNvPr id="57" name="board-2-cell-15">
            <a:extLst xmlns:a="http://schemas.openxmlformats.org/drawingml/2006/main">
              <a:ext uri="{FF2B5EF4-FFF2-40B4-BE49-F238E27FC236}">
                <a16:creationId xmlns:a16="http://schemas.microsoft.com/office/drawing/2014/main" id="{92E2ED33-6B7D-4892-B336-F10386BC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5C87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65D1CA-CCC4-4764-918B-7F1D0901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4CEAE4-DC10-464B-B656-E2E24801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🍕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423064-516E-46C0-86E8-B97C6FE6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모임 끝나고 함께 하고 싶은 것은?</a:t>
            </a:r>
          </a:p>
        </p:txBody>
      </p:sp>
      <p:sp>
        <p:nvSpPr>
          <p:cNvPr id="61" name="board-2-cell-16">
            <a:extLst xmlns:a="http://schemas.openxmlformats.org/drawingml/2006/main">
              <a:ext uri="{FF2B5EF4-FFF2-40B4-BE49-F238E27FC236}">
                <a16:creationId xmlns:a16="http://schemas.microsoft.com/office/drawing/2014/main" id="{5E9DE028-3C6E-4C34-B1F4-F5672E75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E777AE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04144AB-AFE2-4740-90F9-36F2E589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6B9689-FA05-47A3-AD0E-7F0E57D6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🍜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87369A-9B72-46BC-9675-9A6BD199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힘날 때 먹고 싶은 음식은?</a:t>
            </a:r>
          </a:p>
        </p:txBody>
      </p:sp>
      <p:sp>
        <p:nvSpPr>
          <p:cNvPr id="65" name="board-2-cell-17">
            <a:extLst xmlns:a="http://schemas.openxmlformats.org/drawingml/2006/main">
              <a:ext uri="{FF2B5EF4-FFF2-40B4-BE49-F238E27FC236}">
                <a16:creationId xmlns:a16="http://schemas.microsoft.com/office/drawing/2014/main" id="{32F0B0E7-8AF8-412D-ADA1-3172B72B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7B73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498285-2EEB-45F2-AB75-5ABBD762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E7C73E0-A10B-49A4-B627-38EF13D1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8DF39F2-B268-484A-9462-E9C5666C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팀이 지칠 때 분위기를 살리는 방법은?</a:t>
            </a:r>
          </a:p>
        </p:txBody>
      </p:sp>
      <p:sp>
        <p:nvSpPr>
          <p:cNvPr id="69" name="board-2-cell-18">
            <a:extLst xmlns:a="http://schemas.openxmlformats.org/drawingml/2006/main">
              <a:ext uri="{FF2B5EF4-FFF2-40B4-BE49-F238E27FC236}">
                <a16:creationId xmlns:a16="http://schemas.microsoft.com/office/drawing/2014/main" id="{B67B3415-2221-40C1-8E8C-1FAEE095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7B73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B413A3F-B73A-44F5-A2AA-18454E47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A2C86B-66C4-4B09-BAD9-6882CB46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🧩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AD5B396-8EE0-4256-8C13-6319BCE3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지금 새로 배우고 싶은 것은?</a:t>
            </a:r>
          </a:p>
        </p:txBody>
      </p:sp>
      <p:sp>
        <p:nvSpPr>
          <p:cNvPr id="73" name="board-2-cell-19">
            <a:extLst xmlns:a="http://schemas.openxmlformats.org/drawingml/2006/main">
              <a:ext uri="{FF2B5EF4-FFF2-40B4-BE49-F238E27FC236}">
                <a16:creationId xmlns:a16="http://schemas.microsoft.com/office/drawing/2014/main" id="{C9372889-FBC4-4589-87B8-C88E69E8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F7B73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7D04DB-5D95-41E7-B149-3FCF981E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DBB6B39-F678-4298-B11F-A7A9086D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🤝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2350EE9-ED0C-4281-9551-46278A35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처음 만난 사람과 친해지는 나만의 방법은?</a:t>
            </a:r>
          </a:p>
        </p:txBody>
      </p:sp>
      <p:sp>
        <p:nvSpPr>
          <p:cNvPr id="77" name="board-2-cell-20">
            <a:extLst xmlns:a="http://schemas.openxmlformats.org/drawingml/2006/main">
              <a:ext uri="{FF2B5EF4-FFF2-40B4-BE49-F238E27FC236}">
                <a16:creationId xmlns:a16="http://schemas.microsoft.com/office/drawing/2014/main" id="{7FF72068-4172-41F3-BA4E-4BDC1ED0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5C87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099F07F-5F04-4A81-B503-C07B26A8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D20CF3-141E-441D-944E-93B34DDD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⛪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A1B250B-B0D2-4391-B81B-949B8882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교회에서 가장 편한 공간은?</a:t>
            </a:r>
          </a:p>
        </p:txBody>
      </p:sp>
      <p:sp>
        <p:nvSpPr>
          <p:cNvPr id="81" name="board-2-cell-21">
            <a:extLst xmlns:a="http://schemas.openxmlformats.org/drawingml/2006/main">
              <a:ext uri="{FF2B5EF4-FFF2-40B4-BE49-F238E27FC236}">
                <a16:creationId xmlns:a16="http://schemas.microsoft.com/office/drawing/2014/main" id="{DCDAAC50-E855-4BFD-BED4-B4328104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55C2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C02A11F-14B7-4EB3-8BDA-D18A96B8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9E85FCD-7B4C-4E50-A04B-569C371F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💥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EFB5EDE-D82D-469C-A4B2-C6BB2B34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좋아하는 노래의 킬링 포인트?</a:t>
            </a:r>
          </a:p>
        </p:txBody>
      </p:sp>
      <p:sp>
        <p:nvSpPr>
          <p:cNvPr id="85" name="board-2-cell-22">
            <a:extLst xmlns:a="http://schemas.openxmlformats.org/drawingml/2006/main">
              <a:ext uri="{FF2B5EF4-FFF2-40B4-BE49-F238E27FC236}">
                <a16:creationId xmlns:a16="http://schemas.microsoft.com/office/drawing/2014/main" id="{72082621-F565-4E95-AC54-C73A7CFD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5C87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54CB943-3B37-43B2-98F4-C294D5CA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6D5DEF8-CA95-4828-8FDC-2E67284D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🔥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5ABF9A1-E7D6-4E32-A06D-B77079F4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요즘 푹 빠져 있는 것은?</a:t>
            </a:r>
          </a:p>
        </p:txBody>
      </p:sp>
      <p:sp>
        <p:nvSpPr>
          <p:cNvPr id="89" name="board-2-cell-23">
            <a:extLst xmlns:a="http://schemas.openxmlformats.org/drawingml/2006/main">
              <a:ext uri="{FF2B5EF4-FFF2-40B4-BE49-F238E27FC236}">
                <a16:creationId xmlns:a16="http://schemas.microsoft.com/office/drawing/2014/main" id="{66CD2157-BA05-4DB2-A2E6-262C2CFA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83343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F1132C8-1C89-4581-9FD6-59B88986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838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DB3EBA0-1B44-4479-9DDC-459EEB78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915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🧡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C57AC39-3AE5-4278-B931-075E5424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725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찬양팀에서 서로 꼭 챙겨주면 좋은 것은?</a:t>
            </a:r>
          </a:p>
        </p:txBody>
      </p:sp>
      <p:sp>
        <p:nvSpPr>
          <p:cNvPr id="93" name="board-2-cell-24">
            <a:extLst xmlns:a="http://schemas.openxmlformats.org/drawingml/2006/main">
              <a:ext uri="{FF2B5EF4-FFF2-40B4-BE49-F238E27FC236}">
                <a16:creationId xmlns:a16="http://schemas.microsoft.com/office/drawing/2014/main" id="{B372CA76-0316-41F6-AF1A-B0B3EBE0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70199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1612246-F8CD-4B0D-8E2F-56079579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70675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733374B-D91E-43DF-8347-5764741B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770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🌈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A0A3673-D4FB-4436-8403-B2AEA6CB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580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친구에게 기억되고 싶은 내 모습은?</a:t>
            </a:r>
          </a:p>
        </p:txBody>
      </p:sp>
      <p:sp>
        <p:nvSpPr>
          <p:cNvPr id="97" name="board-2-cell-25">
            <a:extLst xmlns:a="http://schemas.openxmlformats.org/drawingml/2006/main">
              <a:ext uri="{FF2B5EF4-FFF2-40B4-BE49-F238E27FC236}">
                <a16:creationId xmlns:a16="http://schemas.microsoft.com/office/drawing/2014/main" id="{777FCCE0-8946-485F-A8D8-8272302A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57054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E777AE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26882F8-1280-4AB2-949C-2AA7844B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57531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5A6AF2B-3E95-41C5-89E7-6AC5A7C1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626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🗺️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1690CBE-8268-4F42-B95B-1127FF85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1436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요즘 가장 가보고 싶은 곳은?</a:t>
            </a:r>
          </a:p>
        </p:txBody>
      </p:sp>
      <p:sp>
        <p:nvSpPr>
          <p:cNvPr id="101" name="board-2-cell-26">
            <a:extLst xmlns:a="http://schemas.openxmlformats.org/drawingml/2006/main">
              <a:ext uri="{FF2B5EF4-FFF2-40B4-BE49-F238E27FC236}">
                <a16:creationId xmlns:a16="http://schemas.microsoft.com/office/drawing/2014/main" id="{37C2A9E5-FCEF-4FF6-BAE0-B12B593A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43910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A9D66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1F88357-FD93-4AB5-A687-A9FCCC7A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386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A75273B-C731-4BC0-B35C-DC9F6839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481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🌟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C5DA808-3B93-4610-9763-601B562F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8291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rPr>
              <a:t>찬양팀에서 기대되는 순간은?</a:t>
            </a:r>
          </a:p>
        </p:txBody>
      </p:sp>
      <p:sp>
        <p:nvSpPr>
          <p:cNvPr id="105" name="board-2-cell-27">
            <a:extLst xmlns:a="http://schemas.openxmlformats.org/drawingml/2006/main">
              <a:ext uri="{FF2B5EF4-FFF2-40B4-BE49-F238E27FC236}">
                <a16:creationId xmlns:a16="http://schemas.microsoft.com/office/drawing/2014/main" id="{DFAF47A2-EFD7-46DB-B225-D2881E70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30765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8168C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84DC82B-875C-459A-8589-8BA2B9B2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124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B3B2D05-333B-4BD3-A4BA-7A88AFEC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337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🌬️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373B5F7-B5C8-477F-B7E3-52D2B26C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5147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긴장할 때 도움이 되는 행동은?</a:t>
            </a:r>
          </a:p>
        </p:txBody>
      </p:sp>
      <p:sp>
        <p:nvSpPr>
          <p:cNvPr id="109" name="board-2-cell-28">
            <a:extLst xmlns:a="http://schemas.openxmlformats.org/drawingml/2006/main">
              <a:ext uri="{FF2B5EF4-FFF2-40B4-BE49-F238E27FC236}">
                <a16:creationId xmlns:a16="http://schemas.microsoft.com/office/drawing/2014/main" id="{C882B4C5-D6B1-4BE0-83E7-E64FA150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17621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E777AE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76A1569-287C-4A0C-8583-F0FA2CAC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09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DBE0718-3358-4E02-9E8A-48571A4C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192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📣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3F587F9-AD61-4A63-990F-A57D1D31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002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우리 팀만의 구호를 만든다면?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D5CDCD7-3AE9-4AC3-A182-D1CC58E8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99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50" b="1">
                <a:solidFill>
                  <a:srgbClr val="4FAF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4FAFD1"/>
                </a:solidFill>
                <a:latin typeface="Apple SD Gothic Neo"/>
                <a:ea typeface="Apple SD Gothic Neo"/>
                <a:cs typeface="Apple SD Gothic Neo"/>
              </a:rPr>
              <a:t>고등부 찬양팀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4E7492D-818E-4171-9CC4-B8C2E7CD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2425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6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나눔마블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91DECD8-E983-4DAD-8C45-20AAA75B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53000"/>
            <a:ext cx="7200900" cy="6858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FAF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776219B-886C-418A-9E58-0FC36E4B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ROUND 2 · 음악으로 함께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4F60B10-A2F1-46C3-A5CF-D974917C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055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한 곡의 역할: 분위기 · 리듬 · 화음 · 흐름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4815981-C94B-4A7D-8458-F3F79D92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667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굴린 사람 10–20초 답하기  →  아직 덜 말한 친구 한 명 지목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F5D2200-BB96-4CF1-96F2-8C785069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219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답하기 어려우면 한 번 패스 가능  ·  면접 호출 시 바로 다녀오기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631601D-4BCE-4E29-B977-8EE4553A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943850"/>
            <a:ext cx="209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54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54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42F8A90-3E54-4491-A895-C91A09C1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086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게임판 2  ·  1–28칸</a:t>
            </a:r>
          </a:p>
        </p:txBody>
      </p:sp>
    </p:spTree>
    <p:extLst>
      <p:ext uri="{BB962C8B-B14F-4D97-AF65-F5344CB8AC3E}">
        <p14:creationId xmlns:p14="http://schemas.microsoft.com/office/powerpoint/2010/main" val="1588811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2E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board-3-cell-1">
            <a:extLst xmlns:a="http://schemas.openxmlformats.org/drawingml/2006/main">
              <a:ext uri="{FF2B5EF4-FFF2-40B4-BE49-F238E27FC236}">
                <a16:creationId xmlns:a16="http://schemas.microsoft.com/office/drawing/2014/main" id="{5A0199B7-87D4-440C-9548-1CA2999C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8C6BD1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5F8DD-A543-4FC3-955E-11E9D9AD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88396-6A8B-43EE-B320-6106C455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➡️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EB9B8-9875-4692-A5F5-541F082E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출발</a:t>
            </a:r>
          </a:p>
        </p:txBody>
      </p:sp>
      <p:sp>
        <p:nvSpPr>
          <p:cNvPr id="5" name="board-3-cell-2">
            <a:extLst xmlns:a="http://schemas.openxmlformats.org/drawingml/2006/main">
              <a:ext uri="{FF2B5EF4-FFF2-40B4-BE49-F238E27FC236}">
                <a16:creationId xmlns:a16="http://schemas.microsoft.com/office/drawing/2014/main" id="{02D8ED56-4739-49A9-90A1-56F4E52A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A9D66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4068F-3B1F-43F2-83C9-D452A462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9D642-EA6A-46D6-9977-CB6D3DD0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1ABAB-299C-4B62-8E95-4F5D69F0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rPr>
              <a:t>내가 고른 응원을 언제 듣고 싶나?</a:t>
            </a:r>
          </a:p>
        </p:txBody>
      </p:sp>
      <p:sp>
        <p:nvSpPr>
          <p:cNvPr id="9" name="board-3-cell-3">
            <a:extLst xmlns:a="http://schemas.openxmlformats.org/drawingml/2006/main">
              <a:ext uri="{FF2B5EF4-FFF2-40B4-BE49-F238E27FC236}">
                <a16:creationId xmlns:a16="http://schemas.microsoft.com/office/drawing/2014/main" id="{B7A4187E-DAF8-4FA5-B5CE-5F63F19B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A9D66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916C1-5AA9-425E-9989-8108BD67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04A99-F80D-47C4-8E33-2115671B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7CED1-D515-4B52-9BB6-53060E39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rPr>
              <a:t>요즘 푹 빠져 있는 것은?</a:t>
            </a:r>
          </a:p>
        </p:txBody>
      </p:sp>
      <p:sp>
        <p:nvSpPr>
          <p:cNvPr id="13" name="board-3-cell-4">
            <a:extLst xmlns:a="http://schemas.openxmlformats.org/drawingml/2006/main">
              <a:ext uri="{FF2B5EF4-FFF2-40B4-BE49-F238E27FC236}">
                <a16:creationId xmlns:a16="http://schemas.microsoft.com/office/drawing/2014/main" id="{12CA82EC-94F4-4CA2-9DE0-CF02A618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E777AE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E037C-C21C-43FA-AE3D-AD3DCCB8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B97D8-707F-4081-B2F5-E32E604A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445CE-EB44-4E10-B23A-11B9B7B5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팀에서 지키고 싶은 약속 하나?</a:t>
            </a:r>
          </a:p>
        </p:txBody>
      </p:sp>
      <p:sp>
        <p:nvSpPr>
          <p:cNvPr id="17" name="board-3-cell-5">
            <a:extLst xmlns:a="http://schemas.openxmlformats.org/drawingml/2006/main">
              <a:ext uri="{FF2B5EF4-FFF2-40B4-BE49-F238E27FC236}">
                <a16:creationId xmlns:a16="http://schemas.microsoft.com/office/drawing/2014/main" id="{8E2348F5-46C8-4FCE-9C8A-550CB208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E777AE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2010D-9E57-40EE-B08E-94FBA1EA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F566B-F582-406C-A3E5-12595128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ED812-360C-48F3-9263-F796BD6E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이번 주 감사했던 작은 일?</a:t>
            </a:r>
          </a:p>
        </p:txBody>
      </p:sp>
      <p:sp>
        <p:nvSpPr>
          <p:cNvPr id="21" name="board-3-cell-6">
            <a:extLst xmlns:a="http://schemas.openxmlformats.org/drawingml/2006/main">
              <a:ext uri="{FF2B5EF4-FFF2-40B4-BE49-F238E27FC236}">
                <a16:creationId xmlns:a16="http://schemas.microsoft.com/office/drawing/2014/main" id="{2A24E2C2-F9B3-40F9-BD4D-693F1F18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8168C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8D6D0-7A53-4885-966B-A73EBECF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B0EAB-F58D-4D5D-B4C1-7F51B26F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BD344-87C3-439D-80DB-36BFE087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최근 용기 냈던 작은 순간?</a:t>
            </a:r>
          </a:p>
        </p:txBody>
      </p:sp>
      <p:sp>
        <p:nvSpPr>
          <p:cNvPr id="25" name="board-3-cell-7">
            <a:extLst xmlns:a="http://schemas.openxmlformats.org/drawingml/2006/main">
              <a:ext uri="{FF2B5EF4-FFF2-40B4-BE49-F238E27FC236}">
                <a16:creationId xmlns:a16="http://schemas.microsoft.com/office/drawing/2014/main" id="{57EFEC65-2250-4457-ABB8-532483C8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A9D66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3FFA98-FFFA-46E9-8F06-2F72AD89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8C6909-4D4B-41B1-8FD0-882844D2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B76037-EAFD-4E71-A7CD-431B08FF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rPr>
              <a:t>요즘 자주 듣는 노래 한 곡?</a:t>
            </a:r>
          </a:p>
        </p:txBody>
      </p:sp>
      <p:sp>
        <p:nvSpPr>
          <p:cNvPr id="29" name="board-3-cell-8">
            <a:extLst xmlns:a="http://schemas.openxmlformats.org/drawingml/2006/main">
              <a:ext uri="{FF2B5EF4-FFF2-40B4-BE49-F238E27FC236}">
                <a16:creationId xmlns:a16="http://schemas.microsoft.com/office/drawing/2014/main" id="{8660106B-B29E-4E47-8CA4-93BFEA9F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76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A9D66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29F98D-72DC-498C-BB27-FB62D3ED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95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112A4F-8B62-4A59-B3EB-FF950701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1047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6E0F51-100E-4802-A78E-C8D0CC18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5619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rPr>
              <a:t>고마움을 표현하는 나만의 방법?</a:t>
            </a:r>
          </a:p>
        </p:txBody>
      </p:sp>
      <p:sp>
        <p:nvSpPr>
          <p:cNvPr id="33" name="board-3-cell-9">
            <a:extLst xmlns:a="http://schemas.openxmlformats.org/drawingml/2006/main">
              <a:ext uri="{FF2B5EF4-FFF2-40B4-BE49-F238E27FC236}">
                <a16:creationId xmlns:a16="http://schemas.microsoft.com/office/drawing/2014/main" id="{E5E139C4-438A-4B24-BA90-37F0C1D4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17621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55C2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03F838-C820-4A2A-8D48-FA42457C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1809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76411F-1B4F-4374-A0F5-0D100E31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18192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5E0FB5-E4F8-4C73-8EB6-6E47D700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2002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친구에게 기억되고 싶은 내 모습은?</a:t>
            </a:r>
          </a:p>
        </p:txBody>
      </p:sp>
      <p:sp>
        <p:nvSpPr>
          <p:cNvPr id="37" name="board-3-cell-10">
            <a:extLst xmlns:a="http://schemas.openxmlformats.org/drawingml/2006/main">
              <a:ext uri="{FF2B5EF4-FFF2-40B4-BE49-F238E27FC236}">
                <a16:creationId xmlns:a16="http://schemas.microsoft.com/office/drawing/2014/main" id="{A8BA6B0B-4C2C-488C-8C6F-E3C55162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30765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8168C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8CD6CC-17AF-482C-968E-A21B519E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3124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6315DA-3E03-406A-B7A8-41E94543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31337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3CBE85-A896-41CF-8869-0EC9C6BC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35147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이번 학기 꼭 남기고 싶은 추억?</a:t>
            </a:r>
          </a:p>
        </p:txBody>
      </p:sp>
      <p:sp>
        <p:nvSpPr>
          <p:cNvPr id="41" name="board-3-cell-11">
            <a:extLst xmlns:a="http://schemas.openxmlformats.org/drawingml/2006/main">
              <a:ext uri="{FF2B5EF4-FFF2-40B4-BE49-F238E27FC236}">
                <a16:creationId xmlns:a16="http://schemas.microsoft.com/office/drawing/2014/main" id="{8BFBE77D-127C-4FA2-8289-396E15B7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3910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E777AE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DCD15C-0741-42B4-973A-70E35F36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44386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5071AA-74F7-4B08-99F6-08FCAB4A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44481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509AA0-CF2D-47B2-B1E7-438C01B3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8291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나만의 기분 전환 방법은?</a:t>
            </a:r>
          </a:p>
        </p:txBody>
      </p:sp>
      <p:sp>
        <p:nvSpPr>
          <p:cNvPr id="45" name="board-3-cell-12">
            <a:extLst xmlns:a="http://schemas.openxmlformats.org/drawingml/2006/main">
              <a:ext uri="{FF2B5EF4-FFF2-40B4-BE49-F238E27FC236}">
                <a16:creationId xmlns:a16="http://schemas.microsoft.com/office/drawing/2014/main" id="{A7F969C6-54CD-4369-8DC5-2BA95624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57054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A9D66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4578C8-2E73-4F1B-A915-EA7868A3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57531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D118E5-62E8-4E37-8BDC-8ADF816B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57626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💬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D6B9C6-C7F0-4A34-8D7E-7939F1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61436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93300"/>
                </a:solidFill>
                <a:latin typeface="Apple SD Gothic Neo"/>
                <a:ea typeface="Apple SD Gothic Neo"/>
                <a:cs typeface="Apple SD Gothic Neo"/>
              </a:rPr>
              <a:t>나도 다른 사람에게 건네고 싶은 응원은?</a:t>
            </a:r>
          </a:p>
        </p:txBody>
      </p:sp>
      <p:sp>
        <p:nvSpPr>
          <p:cNvPr id="49" name="board-3-cell-13">
            <a:extLst xmlns:a="http://schemas.openxmlformats.org/drawingml/2006/main">
              <a:ext uri="{FF2B5EF4-FFF2-40B4-BE49-F238E27FC236}">
                <a16:creationId xmlns:a16="http://schemas.microsoft.com/office/drawing/2014/main" id="{F8DB87B7-2F02-4DD2-A474-576FA941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70199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8168C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812913-FB96-4D04-BD25-A45BB9BA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70675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0AEC2A-46EE-4747-9684-C2535622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70770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E0D915-EE48-4C9F-8DEA-D90D9328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74580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최근 나를 웃게 한 일은?</a:t>
            </a:r>
          </a:p>
        </p:txBody>
      </p:sp>
      <p:sp>
        <p:nvSpPr>
          <p:cNvPr id="53" name="board-3-cell-14">
            <a:extLst xmlns:a="http://schemas.openxmlformats.org/drawingml/2006/main">
              <a:ext uri="{FF2B5EF4-FFF2-40B4-BE49-F238E27FC236}">
                <a16:creationId xmlns:a16="http://schemas.microsoft.com/office/drawing/2014/main" id="{D8E07569-96F0-4B0A-B543-8907BE27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3343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8168C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221634-104B-4E29-9F59-4D5BEDDE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838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5E512E-62D1-4D57-BAE2-959D3B9A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3915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🔎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D3BBB2-CD23-4E45-A196-77093635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7725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 발견한 누군가의 좋은 점?</a:t>
            </a:r>
          </a:p>
        </p:txBody>
      </p:sp>
      <p:sp>
        <p:nvSpPr>
          <p:cNvPr id="57" name="board-3-cell-15">
            <a:extLst xmlns:a="http://schemas.openxmlformats.org/drawingml/2006/main">
              <a:ext uri="{FF2B5EF4-FFF2-40B4-BE49-F238E27FC236}">
                <a16:creationId xmlns:a16="http://schemas.microsoft.com/office/drawing/2014/main" id="{B74D3A58-5310-4099-8236-323FEDE3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55C2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AB7229-B0CF-4F9D-A01B-C7B40FDA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D3CCDD-993F-47F6-BBD6-FA5A3F26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653B98-3A4F-4A23-8F84-9B14AA17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내가 은근 잘하는 것 한 가지?</a:t>
            </a:r>
          </a:p>
        </p:txBody>
      </p:sp>
      <p:sp>
        <p:nvSpPr>
          <p:cNvPr id="61" name="board-3-cell-16">
            <a:extLst xmlns:a="http://schemas.openxmlformats.org/drawingml/2006/main">
              <a:ext uri="{FF2B5EF4-FFF2-40B4-BE49-F238E27FC236}">
                <a16:creationId xmlns:a16="http://schemas.microsoft.com/office/drawing/2014/main" id="{8C1FA034-A095-4D38-87FC-AB8E05A6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7C95C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98D261-234D-4E8B-A94C-9EE793C3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071947A-3DCE-4762-A189-B126BD07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🌱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6ED00D-94FC-43E9-BE23-D486E156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올해 한 뼘 성장하고 싶은 부분?</a:t>
            </a:r>
          </a:p>
        </p:txBody>
      </p:sp>
      <p:sp>
        <p:nvSpPr>
          <p:cNvPr id="65" name="board-3-cell-17">
            <a:extLst xmlns:a="http://schemas.openxmlformats.org/drawingml/2006/main">
              <a:ext uri="{FF2B5EF4-FFF2-40B4-BE49-F238E27FC236}">
                <a16:creationId xmlns:a16="http://schemas.microsoft.com/office/drawing/2014/main" id="{DBCC9C82-8609-43FB-90C9-C1BEFB38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8168C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A92041-CA73-4251-93FA-2ECD8610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D1384C9-B078-4D1B-90F1-D7ECF8A3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🦸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D525F3-079B-4ED5-AFF3-53ECA598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하루 동안 초능력을 쓴다면?</a:t>
            </a:r>
          </a:p>
        </p:txBody>
      </p:sp>
      <p:sp>
        <p:nvSpPr>
          <p:cNvPr id="69" name="board-3-cell-18">
            <a:extLst xmlns:a="http://schemas.openxmlformats.org/drawingml/2006/main">
              <a:ext uri="{FF2B5EF4-FFF2-40B4-BE49-F238E27FC236}">
                <a16:creationId xmlns:a16="http://schemas.microsoft.com/office/drawing/2014/main" id="{6E7F9DB6-B937-47AF-87AF-30A614F8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7C95C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BBD6349-C74D-4E57-8FC0-3579C54F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043070-63EC-4054-843A-5C58FFB7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🫶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56BE8A7-8BD1-4191-B726-6ECFC8A1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실수한 친구에게 건넬 말은?</a:t>
            </a:r>
          </a:p>
        </p:txBody>
      </p:sp>
      <p:sp>
        <p:nvSpPr>
          <p:cNvPr id="73" name="board-3-cell-19">
            <a:extLst xmlns:a="http://schemas.openxmlformats.org/drawingml/2006/main">
              <a:ext uri="{FF2B5EF4-FFF2-40B4-BE49-F238E27FC236}">
                <a16:creationId xmlns:a16="http://schemas.microsoft.com/office/drawing/2014/main" id="{77BAFF23-70D5-4388-9122-82325B79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9D2E98B-16F8-4E52-9EB9-09AF5EB5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FE68925-DA85-40AF-99D9-E5917787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🏫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D212483-DBBA-4DB5-A518-66E07CF8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학교에서 제일 좋아하는 시간은?</a:t>
            </a:r>
          </a:p>
        </p:txBody>
      </p:sp>
      <p:sp>
        <p:nvSpPr>
          <p:cNvPr id="77" name="board-3-cell-20">
            <a:extLst xmlns:a="http://schemas.openxmlformats.org/drawingml/2006/main">
              <a:ext uri="{FF2B5EF4-FFF2-40B4-BE49-F238E27FC236}">
                <a16:creationId xmlns:a16="http://schemas.microsoft.com/office/drawing/2014/main" id="{83A76299-C534-4D73-9A52-859DE91F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7C95C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4C169F3-1D4F-44B9-A6C0-D9642BCB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86ADBAE-CE44-415A-8892-7986EDD1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🚀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40A6261-1EF1-4A9D-B019-6D40BA67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함께라서 가능할 것 같은 일?</a:t>
            </a:r>
          </a:p>
        </p:txBody>
      </p:sp>
      <p:sp>
        <p:nvSpPr>
          <p:cNvPr id="81" name="board-3-cell-21">
            <a:extLst xmlns:a="http://schemas.openxmlformats.org/drawingml/2006/main">
              <a:ext uri="{FF2B5EF4-FFF2-40B4-BE49-F238E27FC236}">
                <a16:creationId xmlns:a16="http://schemas.microsoft.com/office/drawing/2014/main" id="{20B984F8-6CE7-458F-AD35-1A6D561E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55C2E6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0AE8CB8-3C40-46BF-AEBC-C1F3FD73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AF3E2B3-A75C-4060-923F-70A2ECA0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🍜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27E7368-1AEB-4236-8746-47F2D75D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3545"/>
                </a:solidFill>
                <a:latin typeface="Apple SD Gothic Neo"/>
                <a:ea typeface="Apple SD Gothic Neo"/>
                <a:cs typeface="Apple SD Gothic Neo"/>
              </a:rPr>
              <a:t>힘날 때 먹고 싶은 음식은?</a:t>
            </a:r>
          </a:p>
        </p:txBody>
      </p:sp>
      <p:sp>
        <p:nvSpPr>
          <p:cNvPr id="85" name="board-3-cell-22">
            <a:extLst xmlns:a="http://schemas.openxmlformats.org/drawingml/2006/main">
              <a:ext uri="{FF2B5EF4-FFF2-40B4-BE49-F238E27FC236}">
                <a16:creationId xmlns:a16="http://schemas.microsoft.com/office/drawing/2014/main" id="{69437E20-B917-46B7-931D-DB659987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9648825"/>
            <a:ext cx="19050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F7C95C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BA47D51-B445-4EB4-A9C5-CA39C74B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96964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41413E2-9D38-498C-8C47-502226B6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0597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325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🔋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BC6E14C-7521-4A9D-97A4-5F366796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163175"/>
            <a:ext cx="1657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7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힘들 때 나를 다시 움직이는 것?</a:t>
            </a:r>
          </a:p>
        </p:txBody>
      </p:sp>
      <p:sp>
        <p:nvSpPr>
          <p:cNvPr id="89" name="board-3-cell-23">
            <a:extLst xmlns:a="http://schemas.openxmlformats.org/drawingml/2006/main">
              <a:ext uri="{FF2B5EF4-FFF2-40B4-BE49-F238E27FC236}">
                <a16:creationId xmlns:a16="http://schemas.microsoft.com/office/drawing/2014/main" id="{990970C6-F612-4E52-A2EA-ABEB1D24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83343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7B73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B0C65D4-E8CB-4B3E-87FD-37C5BEBF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83820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D1DD221-091B-4739-A060-B0631B45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915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⛪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43DD4BB-0908-46F1-B4DD-CBB3481F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725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C1D1D"/>
                </a:solidFill>
                <a:latin typeface="Apple SD Gothic Neo"/>
                <a:ea typeface="Apple SD Gothic Neo"/>
                <a:cs typeface="Apple SD Gothic Neo"/>
              </a:rPr>
              <a:t>교회에서 가장 편한 공간은?</a:t>
            </a:r>
          </a:p>
        </p:txBody>
      </p:sp>
      <p:sp>
        <p:nvSpPr>
          <p:cNvPr id="93" name="board-3-cell-24">
            <a:extLst xmlns:a="http://schemas.openxmlformats.org/drawingml/2006/main">
              <a:ext uri="{FF2B5EF4-FFF2-40B4-BE49-F238E27FC236}">
                <a16:creationId xmlns:a16="http://schemas.microsoft.com/office/drawing/2014/main" id="{AB6BB8ED-22F1-4C52-BFAD-3AE84D2C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70199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8168C5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4AD15B-86E8-4D53-ABCF-60060D50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70675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175305F-23F1-46F8-A1F1-AAE96FB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770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🎨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4D375F1-72DE-4681-862B-569FCC44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4580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내가 팀에 보태고 싶은 분위기?</a:t>
            </a:r>
          </a:p>
        </p:txBody>
      </p:sp>
      <p:sp>
        <p:nvSpPr>
          <p:cNvPr id="97" name="board-3-cell-25">
            <a:extLst xmlns:a="http://schemas.openxmlformats.org/drawingml/2006/main">
              <a:ext uri="{FF2B5EF4-FFF2-40B4-BE49-F238E27FC236}">
                <a16:creationId xmlns:a16="http://schemas.microsoft.com/office/drawing/2014/main" id="{3F84CFB5-973C-4E49-BDF2-24939D66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57054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E777AE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E0CD271-1F41-4161-AD68-ED8BF44E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57531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4A52A98-2653-42DB-98BF-90ED9AA4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626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🧩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FA95480-670E-4A2C-814D-73938269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1436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81227"/>
                </a:solidFill>
                <a:latin typeface="Apple SD Gothic Neo"/>
                <a:ea typeface="Apple SD Gothic Neo"/>
                <a:cs typeface="Apple SD Gothic Neo"/>
              </a:rPr>
              <a:t>지금 새로 배우고 싶은 것은?</a:t>
            </a:r>
          </a:p>
        </p:txBody>
      </p:sp>
      <p:sp>
        <p:nvSpPr>
          <p:cNvPr id="101" name="board-3-cell-26">
            <a:extLst xmlns:a="http://schemas.openxmlformats.org/drawingml/2006/main">
              <a:ext uri="{FF2B5EF4-FFF2-40B4-BE49-F238E27FC236}">
                <a16:creationId xmlns:a16="http://schemas.microsoft.com/office/drawing/2014/main" id="{C92D0C12-A2FA-403F-A3F8-B56F2AD1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43910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BD56381-2014-4B47-88B6-71E9B4F0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4386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5626DFA-9952-43D6-97CC-0687A241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481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🗓️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6D399E3-5C2C-4B26-A859-21BDBC71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8291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한 달 뒤 나에게 해줄 한마디?</a:t>
            </a:r>
          </a:p>
        </p:txBody>
      </p:sp>
      <p:sp>
        <p:nvSpPr>
          <p:cNvPr id="105" name="board-3-cell-27">
            <a:extLst xmlns:a="http://schemas.openxmlformats.org/drawingml/2006/main">
              <a:ext uri="{FF2B5EF4-FFF2-40B4-BE49-F238E27FC236}">
                <a16:creationId xmlns:a16="http://schemas.microsoft.com/office/drawing/2014/main" id="{44A40023-A2C2-4C22-B1E5-EF51D0D3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307657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63C7A7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B5C98F1-E25A-4B4D-AD2C-D9025F8B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124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0DC9A42-8DBA-4352-B9FA-277C73BE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337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🌟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EB8A2B8-5436-4D9D-BA97-7CF0C127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51472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23B32"/>
                </a:solidFill>
                <a:latin typeface="Apple SD Gothic Neo"/>
                <a:ea typeface="Apple SD Gothic Neo"/>
                <a:cs typeface="Apple SD Gothic Neo"/>
              </a:rPr>
              <a:t>찬양팀에서 기대되는 순간은?</a:t>
            </a:r>
          </a:p>
        </p:txBody>
      </p:sp>
      <p:sp>
        <p:nvSpPr>
          <p:cNvPr id="109" name="board-3-cell-28">
            <a:extLst xmlns:a="http://schemas.openxmlformats.org/drawingml/2006/main">
              <a:ext uri="{FF2B5EF4-FFF2-40B4-BE49-F238E27FC236}">
                <a16:creationId xmlns:a16="http://schemas.microsoft.com/office/drawing/2014/main" id="{31D3D192-BBCB-4031-BA54-C57A6E93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1762125"/>
            <a:ext cx="19050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7C95C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DB741C9-1B3F-414D-B723-1F42FAD6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8097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E6F81F8-5398-4A7F-BF81-FDCE3599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1927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21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🙌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BCC7A92-D7E4-4353-9D2E-23565B1E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00275"/>
            <a:ext cx="1657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2A00"/>
                </a:solidFill>
                <a:latin typeface="Apple SD Gothic Neo"/>
                <a:ea typeface="Apple SD Gothic Neo"/>
                <a:cs typeface="Apple SD Gothic Neo"/>
              </a:rPr>
              <a:t>다음 모임에서 함께 해보고 싶은 것은?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97C6B90-4668-4F89-A267-4DE0A870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99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50" b="1">
                <a:solidFill>
                  <a:srgbClr val="8C6B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8C6BD1"/>
                </a:solidFill>
                <a:latin typeface="Apple SD Gothic Neo"/>
                <a:ea typeface="Apple SD Gothic Neo"/>
                <a:cs typeface="Apple SD Gothic Neo"/>
              </a:rPr>
              <a:t>고등부 찬양팀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7311A00-5C46-4603-ABA8-81900260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24250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6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나눔마블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A44C4BC-81CF-45D1-9B37-A77551C1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53000"/>
            <a:ext cx="7200900" cy="6858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C6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A5DB14F-D90E-43A2-A57C-70E52E1C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ROUND 3 · 응원으로 깊게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16E8FC1-9BDF-4DF0-8479-B13B6409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055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듣고 싶은 응원: 아이디어 · 든든함 · 괜찮아 · 같이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DD3D0E9-32FF-4F88-ADAC-C8711FBD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667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굴린 사람 10–20초 답하기  →  아직 덜 말한 친구 한 명 지목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97D54F5-8214-4AF5-B61B-6D30A382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219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답하기 어려우면 한 번 패스 가능  ·  면접 호출 시 바로 다녀오기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B6C726F-3AB2-4EBE-ACD3-3CB55945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943850"/>
            <a:ext cx="209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54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540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56C7D16-CBC5-4CDE-85AA-E5105239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086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게임판 3  ·  1–28칸</a:t>
            </a:r>
          </a:p>
        </p:txBody>
      </p:sp>
    </p:spTree>
    <p:extLst>
      <p:ext uri="{BB962C8B-B14F-4D97-AF65-F5344CB8AC3E}">
        <p14:creationId xmlns:p14="http://schemas.microsoft.com/office/powerpoint/2010/main" val="19873594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E6E4FE-E3E6-43D5-92A5-B1AECDBE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11 · 디자인 제작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34272-D8A5-4BEF-B126-E295DE05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A3 가로 인쇄와 화면 투사를 모두 고려한 편집형 보드입니다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0E483-84C6-4135-B60B-77B10FFE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모든 칸·문구·색상은 PowerPoint에서 직접 수정할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5033C-7796-4C07-9376-ADF2A4AB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88CCF-768A-4832-86C9-1F05FA8F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6705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6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A69D7-AB09-4B06-A8BA-0B84E87F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2368E-612A-40C9-8E43-FAB5DF0B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33700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캔버스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7D540-4DC6-416F-99DF-27458589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71850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1680×1188 px · A3 가로와 같은 1.414:1 비율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BCD72-5116-4263-ABA5-D94433EA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05100"/>
            <a:ext cx="6705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F0CDE-3BC0-4777-A87C-E10F3C30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990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3CE95-8DEC-40B4-AC75-9046EAD7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33700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28칸 배치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30FBD-2E0F-4C10-997F-AE10333F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71850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위 8칸 → 오른쪽 6칸 → 아래 8칸 → 왼쪽 6칸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8597B-16A3-4215-A20F-BE826913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6705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6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56BC5-CCEB-460F-BA8D-2534C734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7202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🖨️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18982-CAC5-45C9-B2C3-18E9D6C6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95825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인쇄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69ABF-B09B-4632-B683-95A26621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33975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A3 가로 권장 · 실제 크기 100% · 여백 최소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7CA55-3358-4FAD-A0A5-127AD25F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67225"/>
            <a:ext cx="6705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6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E4FDD-5176-4AC1-BDC4-82E4799A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7202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88E92-4E87-41E2-B39B-69988A9B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95825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글꼴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88B4B-866C-4361-8CC0-FBC6784B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33975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Apple SD Gothic Neo · 제목 66pt+ · 칸 16–18pt+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0DBE8-CD6D-4A0C-9BA4-10E77C5A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29350"/>
            <a:ext cx="6705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6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BEDF2-3674-4EFA-90A7-8E9AA377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341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C67293-8B78-464B-98C4-338F850A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457950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색상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8D6C8F-4F50-4B52-AD9A-A9D2DD9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896100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8색 공통 팔레트 · 흰 테두리 · 인접 칸 색상 교차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376FD6-8D17-49B2-BE66-608375B9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229350"/>
            <a:ext cx="6705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6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268B82-0F76-4CA5-AD75-A281219B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5341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E772A3-DBCE-4286-BDDA-57158B96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57950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아이콘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C81C1E-8686-44E9-B953-DEBFA798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896100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질문당 이모지 1개 · 동일한 컬러 이모지 스타일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03A12D-49AC-4510-B474-65C443DB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991475"/>
            <a:ext cx="6705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6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71467-B90E-40C5-9C77-F2E9B2A0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29627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BE66A5-5A08-457B-B0E7-68F7A518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8220075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줄바꿈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B09E7E-8C3F-4ECE-AA7E-036C42D5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8658225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의미 단위로 2–4줄 · 조사와 명사를 분리하지 않음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677803-CAA2-45B0-8638-F2F2998E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991475"/>
            <a:ext cx="6705600" cy="140970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E6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27CF93-08B1-4A4C-AA5C-F779DA99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8296275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defRPr>
            </a:pPr>
            <a:r>
              <a:rPr sz="3150" b="0">
                <a:solidFill>
                  <a:srgbClr val="17324D"/>
                </a:solidFill>
                <a:latin typeface="Apple Color Emoji"/>
                <a:ea typeface="Apple Color Emoji"/>
                <a:cs typeface="Apple Color Emoji"/>
              </a:rPr>
              <a:t>🏷️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3A4FBF-6A1A-47B8-BC02-5AD10CF0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220075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라운드 구별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3CB283-E57C-40E4-AFB1-F7CA2738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658225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1차 코랄 · 2차 하늘 · 3차 보라의 중앙 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F8D5FB-A44C-4962-8BE8-BCC40B75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44100"/>
            <a:ext cx="1424940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5BEF4D-016C-4D29-8B25-CF361770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991725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75" b="1">
                <a:solidFill>
                  <a:srgbClr val="7650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765000"/>
                </a:solidFill>
                <a:latin typeface="Apple SD Gothic Neo"/>
                <a:ea typeface="Apple SD Gothic Neo"/>
                <a:cs typeface="Apple SD Gothic Neo"/>
              </a:rPr>
              <a:t>긴 질문을 줄이기보다 2–4줄로 나누고, PPTX에서 글자가 깨지지 않았는지 출력 전 한 번 확인합니다.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D23F4C-25C5-4296-9A95-4577128D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20</a:t>
            </a:r>
          </a:p>
        </p:txBody>
      </p:sp>
    </p:spTree>
    <p:extLst>
      <p:ext uri="{BB962C8B-B14F-4D97-AF65-F5344CB8AC3E}">
        <p14:creationId xmlns:p14="http://schemas.microsoft.com/office/powerpoint/2010/main" val="11626726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DC5849-71BA-4DB4-9477-2E95097E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25D4F"/>
                </a:solidFill>
                <a:latin typeface="Apple SD Gothic Neo"/>
                <a:ea typeface="Apple SD Gothic Neo"/>
                <a:cs typeface="Apple SD Gothic Neo"/>
              </a:rPr>
              <a:t>12 · 준비물과 진행자 체크리스트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E8510-4C5B-48BF-8D6E-74336314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463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73B67"/>
                </a:solidFill>
                <a:latin typeface="Apple SD Gothic Neo"/>
                <a:ea typeface="Apple SD Gothic Neo"/>
                <a:cs typeface="Apple SD Gothic Neo"/>
              </a:rPr>
              <a:t>게임판보다 중요한 것은 ‘모두 한 번 말하게 하는 진행’입니다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CFF30-F499-4EE4-9EEE-329F2306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455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60758A"/>
                </a:solidFill>
                <a:latin typeface="Apple SD Gothic Neo"/>
                <a:ea typeface="Apple SD Gothic Neo"/>
                <a:cs typeface="Apple SD Gothic Neo"/>
              </a:rPr>
              <a:t>라운드 시작 5분 전에 아래 항목만 확인하면 바로 운영할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BA4A7-6BD8-4511-A141-3F98C271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63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4EE58-2FD3-40B0-A5DA-B5F7C9B9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FF806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806F"/>
                </a:solidFill>
                <a:latin typeface="Apple SD Gothic Neo"/>
                <a:ea typeface="Apple SD Gothic Neo"/>
                <a:cs typeface="Apple SD Gothic Neo"/>
              </a:rPr>
              <a:t>준비물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90C6D-C2F3-4649-8DCD-3A6BFA51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0C867-5855-479C-8A59-E49111A7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7322B-3DEB-4E20-94D8-C75B3342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099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라운드별 A3 게임판 4장씩 — 총 12장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7DE04-B4C2-4DFF-9FA3-65533199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7CFAF-12FA-4C0C-BB6B-5C6DBF3F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C68BA-F609-4EAC-AF81-FF947355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767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그룹별 주사위 1개와 말 1개 — 각 4개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1EC50-D616-4AE8-9629-D9B494A2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BD4B9-2413-45EA-B98D-D86C79A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69347-6B5E-4BD7-8B8E-34C7A9D1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435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학생 이름표와 발언 표시용 점 스티커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4CD19-1E4B-451C-999C-382EFDC9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C11A0-A26F-4F71-B04B-68438FFC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38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DFB65-3383-48CE-808E-9F172B9F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6103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4개 그룹 위치 표지판과 선택지 표지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DD025-2D6E-4FFB-8211-726014CC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343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081C4-C470-401C-9BF2-624F7F52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05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4613B-3CCA-4E11-962C-1A89319B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771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면접 순서표·호출 명단·필기구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30B99A-7964-4163-9C17-209B39E9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8011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46AB7-2B06-40FE-A699-5E0B5BC7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72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9A301-B5D3-47CF-818E-666240C7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7439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20분 타이머와 종료 알림음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F058AF-9A86-4FA4-8793-6A6CB924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670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4FAF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4FAFD1"/>
                </a:solidFill>
                <a:latin typeface="Apple SD Gothic Neo"/>
                <a:ea typeface="Apple SD Gothic Neo"/>
                <a:cs typeface="Apple SD Gothic Neo"/>
              </a:rPr>
              <a:t>진행자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12754A-92ED-4F52-A25B-611F4AC4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671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4FAF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8E27FC-654F-4CE7-8512-8951811F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C4C7AE-371D-46F4-B825-39F2A87B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099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진행자 4명 + 면접 호출 담당 1명 배치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A06DB-9589-492C-9359-99340328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339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4FAF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64BD8B-D598-4382-9ABC-8B8A7AA3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05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6C8E40-2F7F-43DD-859A-7E7C5500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767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‘패스 1회’와 답변 10–20초 안내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47C653-6E1F-4EBB-BC18-E57F6176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007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4FAF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27BB93-6B15-4B6F-808F-C4EE1B10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72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BECF18-7951-4C1D-8746-E75D0B3E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5435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첫 답변은 진행자가 짧게 시범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825DD9-1470-45C5-8A27-EE410972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6675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4FAF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ABF941-7DBC-468F-A063-9F332B34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638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87C927-D738-44C0-9792-772D1731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6103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말 적은 학생을 먼저 지목하지 않기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5BAFF2-C6C6-41B5-AC2D-4851EB6D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7343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4FAF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C823FD-E7D6-4487-A74C-2F628B4C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705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D94B6E-2CB4-4286-9177-532A2559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6771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복귀자는 다음 주사위 순서로 자연스럽게 합류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B25626-05B7-488C-8297-DA68B3B4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880110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4FAF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32CBC7-042B-41C0-AA78-29F8E394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8772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E2B68B-78CD-4413-95CF-7042983C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87439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324D"/>
                </a:solidFill>
                <a:latin typeface="Apple SD Gothic Neo"/>
                <a:ea typeface="Apple SD Gothic Neo"/>
                <a:cs typeface="Apple SD Gothic Neo"/>
              </a:rPr>
              <a:t>17분에 마지막 질문, 20분에 즉시 이동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2C370F-7F0E-4DCF-BC21-BDF7A968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810750"/>
            <a:ext cx="12382500" cy="6858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C6B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2883A4-BA7B-43E1-A13E-D8C4A9E2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9877425"/>
            <a:ext cx="1181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마지막 3분: 각자 오늘 새롭게 알게 된 사람 한 명과 기억에 남은 답 하나를 말하고 마칩니다.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468035-D465-4709-A496-1B11AA31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39450"/>
            <a:ext cx="1463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57150" rIns="57150" bIns="57150" anchor="ctr">
            <a:normAutofit fontScale="69444"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890A3"/>
                </a:solidFill>
                <a:latin typeface="Apple SD Gothic Neo"/>
                <a:ea typeface="Apple SD Gothic Neo"/>
                <a:cs typeface="Apple SD Gothic Neo"/>
              </a:rPr>
              <a:t>고등부 찬양팀 나눔마블  ·  21</a:t>
            </a:r>
          </a:p>
        </p:txBody>
      </p:sp>
    </p:spTree>
    <p:extLst>
      <p:ext uri="{BB962C8B-B14F-4D97-AF65-F5344CB8AC3E}">
        <p14:creationId xmlns:p14="http://schemas.microsoft.com/office/powerpoint/2010/main" val="1557652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2026-08-26T10:10:53.3390000Z</dcterms:created>
  <dcterms:modified xsi:type="dcterms:W3CDTF">2026-08-26T10:10:53.3390000Z</dcterms:modified>
</coreProperties>
</file>